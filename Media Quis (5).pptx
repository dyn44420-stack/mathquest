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67" r:id="rId4"/>
    <p:sldId id="268" r:id="rId5"/>
    <p:sldId id="259" r:id="rId6"/>
    <p:sldId id="265" r:id="rId7"/>
    <p:sldId id="266" r:id="rId8"/>
    <p:sldId id="261" r:id="rId9"/>
    <p:sldId id="264" r:id="rId10"/>
    <p:sldId id="263" r:id="rId11"/>
  </p:sldIdLst>
  <p:sldSz cx="10287000" cy="18288000"/>
  <p:notesSz cx="6858000" cy="9144000"/>
  <p:embeddedFontLst>
    <p:embeddedFont>
      <p:font typeface="Bobby Jones" panose="020B0604020202020204" charset="0"/>
      <p:regular r:id="rId13"/>
    </p:embeddedFont>
    <p:embeddedFont>
      <p:font typeface="Brusher" panose="020B0604020202020204" charset="0"/>
      <p:regular r:id="rId14"/>
    </p:embeddedFont>
    <p:embeddedFont>
      <p:font typeface="Cantora One" panose="020B0604020202020204" charset="0"/>
      <p:regular r:id="rId15"/>
    </p:embeddedFont>
    <p:embeddedFont>
      <p:font typeface="Lilita One" panose="020B0604020202020204" charset="0"/>
      <p:regular r:id="rId16"/>
    </p:embeddedFont>
    <p:embeddedFont>
      <p:font typeface="Montserrat Ultra-Bold" panose="020B0604020202020204" charset="0"/>
      <p:regular r:id="rId17"/>
    </p:embeddedFont>
    <p:embeddedFont>
      <p:font typeface="Pirata One" panose="020B0604020202020204" charset="0"/>
      <p:regular r:id="rId18"/>
    </p:embeddedFont>
    <p:embeddedFont>
      <p:font typeface="Poppins Bold" panose="020B0604020202020204" charset="0"/>
      <p:regular r:id="rId19"/>
    </p:embeddedFont>
  </p:embeddedFontLst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26" d="100"/>
          <a:sy n="26" d="100"/>
        </p:scale>
        <p:origin x="2276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9C2A5-8BAD-458E-BF77-6FFE0CEC6A5D}" type="datetimeFigureOut">
              <a:rPr lang="en-ID" smtClean="0"/>
              <a:t>12/10/2026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42ABA-ED07-42FE-A8B8-1F636FF7180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65209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42ABA-ED07-42FE-A8B8-1F636FF7180F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5863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42ABA-ED07-42FE-A8B8-1F636FF7180F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55307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42ABA-ED07-42FE-A8B8-1F636FF7180F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060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42ABA-ED07-42FE-A8B8-1F636FF7180F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6657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42ABA-ED07-42FE-A8B8-1F636FF7180F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354225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42ABA-ED07-42FE-A8B8-1F636FF7180F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271425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42ABA-ED07-42FE-A8B8-1F636FF7180F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08900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147FD-2B87-BC01-F271-558EE1E1A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6E37A3-9935-9D22-2F6E-C89EB846B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8E629E-5263-21F9-E8F0-2BF78C357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636B6-94D3-29D7-334D-F2DAD89BCF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42ABA-ED07-42FE-A8B8-1F636FF7180F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52667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E9E23-AD15-20E1-9465-B461A7786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085E2-C6F2-93FA-D903-3821FF4D55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9C9C1E-DDB4-24E5-AE7C-CD30B11EE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154AD-E26A-6398-AB28-29C0FDB0D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42ABA-ED07-42FE-A8B8-1F636FF7180F}" type="slidenum">
              <a:rPr lang="en-ID" smtClean="0"/>
              <a:t>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648674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6D865-39A6-F68A-1685-B8841AF60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FFCFFA-8ABA-84B7-8B46-1DCBC22E6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F2959-A692-0198-78E3-94220CA13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333DE-F222-7EF7-63C9-027700276B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42ABA-ED07-42FE-A8B8-1F636FF7180F}" type="slidenum">
              <a:rPr lang="en-ID" smtClean="0"/>
              <a:t>10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71615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.png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5" Type="http://schemas.openxmlformats.org/officeDocument/2006/relationships/audio" Target="../media/audio1.wav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slide" Target="slide1.xml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5.png"/><Relationship Id="rId12" Type="http://schemas.openxmlformats.org/officeDocument/2006/relationships/image" Target="../media/image18.png"/><Relationship Id="rId17" Type="http://schemas.openxmlformats.org/officeDocument/2006/relationships/image" Target="../media/image21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.png"/><Relationship Id="rId1" Type="http://schemas.openxmlformats.org/officeDocument/2006/relationships/tags" Target="../tags/tag3.xml"/><Relationship Id="rId6" Type="http://schemas.openxmlformats.org/officeDocument/2006/relationships/image" Target="../media/image14.png"/><Relationship Id="rId11" Type="http://schemas.openxmlformats.org/officeDocument/2006/relationships/image" Target="../media/image17.png"/><Relationship Id="rId5" Type="http://schemas.openxmlformats.org/officeDocument/2006/relationships/image" Target="../media/image13.png"/><Relationship Id="rId15" Type="http://schemas.openxmlformats.org/officeDocument/2006/relationships/image" Target="../media/image20.svg"/><Relationship Id="rId10" Type="http://schemas.openxmlformats.org/officeDocument/2006/relationships/audio" Target="../media/audio1.wav"/><Relationship Id="rId4" Type="http://schemas.openxmlformats.org/officeDocument/2006/relationships/image" Target="../media/image1.png"/><Relationship Id="rId9" Type="http://schemas.openxmlformats.org/officeDocument/2006/relationships/slide" Target="slide5.xml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slide" Target="slide1.xml"/><Relationship Id="rId18" Type="http://schemas.openxmlformats.org/officeDocument/2006/relationships/slide" Target="slide6.xml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5.png"/><Relationship Id="rId12" Type="http://schemas.openxmlformats.org/officeDocument/2006/relationships/image" Target="../media/image18.png"/><Relationship Id="rId17" Type="http://schemas.openxmlformats.org/officeDocument/2006/relationships/image" Target="../media/image21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.png"/><Relationship Id="rId1" Type="http://schemas.openxmlformats.org/officeDocument/2006/relationships/tags" Target="../tags/tag4.xml"/><Relationship Id="rId6" Type="http://schemas.openxmlformats.org/officeDocument/2006/relationships/image" Target="../media/image14.png"/><Relationship Id="rId11" Type="http://schemas.openxmlformats.org/officeDocument/2006/relationships/image" Target="../media/image17.png"/><Relationship Id="rId5" Type="http://schemas.openxmlformats.org/officeDocument/2006/relationships/image" Target="../media/image13.png"/><Relationship Id="rId15" Type="http://schemas.openxmlformats.org/officeDocument/2006/relationships/image" Target="../media/image20.svg"/><Relationship Id="rId10" Type="http://schemas.openxmlformats.org/officeDocument/2006/relationships/audio" Target="../media/audio1.wav"/><Relationship Id="rId4" Type="http://schemas.openxmlformats.org/officeDocument/2006/relationships/image" Target="../media/image1.png"/><Relationship Id="rId9" Type="http://schemas.openxmlformats.org/officeDocument/2006/relationships/slide" Target="slide5.xml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slide" Target="slide1.xml"/><Relationship Id="rId18" Type="http://schemas.openxmlformats.org/officeDocument/2006/relationships/slide" Target="slide6.xml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5.png"/><Relationship Id="rId12" Type="http://schemas.openxmlformats.org/officeDocument/2006/relationships/image" Target="../media/image18.png"/><Relationship Id="rId17" Type="http://schemas.openxmlformats.org/officeDocument/2006/relationships/image" Target="../media/image21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.png"/><Relationship Id="rId1" Type="http://schemas.openxmlformats.org/officeDocument/2006/relationships/tags" Target="../tags/tag5.xml"/><Relationship Id="rId6" Type="http://schemas.openxmlformats.org/officeDocument/2006/relationships/image" Target="../media/image14.png"/><Relationship Id="rId11" Type="http://schemas.openxmlformats.org/officeDocument/2006/relationships/image" Target="../media/image17.png"/><Relationship Id="rId5" Type="http://schemas.openxmlformats.org/officeDocument/2006/relationships/image" Target="../media/image13.png"/><Relationship Id="rId15" Type="http://schemas.openxmlformats.org/officeDocument/2006/relationships/image" Target="../media/image20.svg"/><Relationship Id="rId10" Type="http://schemas.openxmlformats.org/officeDocument/2006/relationships/audio" Target="../media/audio1.wav"/><Relationship Id="rId4" Type="http://schemas.openxmlformats.org/officeDocument/2006/relationships/image" Target="../media/image1.png"/><Relationship Id="rId9" Type="http://schemas.openxmlformats.org/officeDocument/2006/relationships/slide" Target="slide5.xml"/><Relationship Id="rId1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13.png"/><Relationship Id="rId26" Type="http://schemas.openxmlformats.org/officeDocument/2006/relationships/slide" Target="slide2.xml"/><Relationship Id="rId3" Type="http://schemas.openxmlformats.org/officeDocument/2006/relationships/notesSlide" Target="../notesSlides/notesSlide5.xml"/><Relationship Id="rId21" Type="http://schemas.openxmlformats.org/officeDocument/2006/relationships/image" Target="../media/image37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5" Type="http://schemas.openxmlformats.org/officeDocument/2006/relationships/image" Target="../media/image20.sv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.png"/><Relationship Id="rId20" Type="http://schemas.openxmlformats.org/officeDocument/2006/relationships/image" Target="../media/image36.png"/><Relationship Id="rId1" Type="http://schemas.openxmlformats.org/officeDocument/2006/relationships/tags" Target="../tags/tag6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24" Type="http://schemas.openxmlformats.org/officeDocument/2006/relationships/image" Target="../media/image12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23" Type="http://schemas.openxmlformats.org/officeDocument/2006/relationships/audio" Target="../media/audio1.wav"/><Relationship Id="rId10" Type="http://schemas.openxmlformats.org/officeDocument/2006/relationships/image" Target="../media/image27.png"/><Relationship Id="rId19" Type="http://schemas.openxmlformats.org/officeDocument/2006/relationships/image" Target="../media/image35.png"/><Relationship Id="rId4" Type="http://schemas.openxmlformats.org/officeDocument/2006/relationships/image" Target="../media/image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slide" Target="slide8.xml"/><Relationship Id="rId27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13.png"/><Relationship Id="rId26" Type="http://schemas.openxmlformats.org/officeDocument/2006/relationships/audio" Target="../media/audio1.wav"/><Relationship Id="rId3" Type="http://schemas.openxmlformats.org/officeDocument/2006/relationships/notesSlide" Target="../notesSlides/notesSlide6.xml"/><Relationship Id="rId21" Type="http://schemas.openxmlformats.org/officeDocument/2006/relationships/image" Target="../media/image37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5" Type="http://schemas.openxmlformats.org/officeDocument/2006/relationships/slide" Target="slide3.xm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.png"/><Relationship Id="rId20" Type="http://schemas.openxmlformats.org/officeDocument/2006/relationships/image" Target="../media/image36.png"/><Relationship Id="rId1" Type="http://schemas.openxmlformats.org/officeDocument/2006/relationships/tags" Target="../tags/tag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24" Type="http://schemas.openxmlformats.org/officeDocument/2006/relationships/image" Target="../media/image20.sv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23" Type="http://schemas.openxmlformats.org/officeDocument/2006/relationships/slide" Target="slide1.xml"/><Relationship Id="rId10" Type="http://schemas.openxmlformats.org/officeDocument/2006/relationships/image" Target="../media/image27.png"/><Relationship Id="rId19" Type="http://schemas.openxmlformats.org/officeDocument/2006/relationships/image" Target="../media/image35.png"/><Relationship Id="rId4" Type="http://schemas.openxmlformats.org/officeDocument/2006/relationships/image" Target="../media/image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12.png"/><Relationship Id="rId27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13.png"/><Relationship Id="rId26" Type="http://schemas.openxmlformats.org/officeDocument/2006/relationships/image" Target="../media/image20.svg"/><Relationship Id="rId3" Type="http://schemas.openxmlformats.org/officeDocument/2006/relationships/notesSlide" Target="../notesSlides/notesSlide7.xml"/><Relationship Id="rId21" Type="http://schemas.openxmlformats.org/officeDocument/2006/relationships/image" Target="../media/image37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5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.png"/><Relationship Id="rId20" Type="http://schemas.openxmlformats.org/officeDocument/2006/relationships/image" Target="../media/image36.png"/><Relationship Id="rId1" Type="http://schemas.openxmlformats.org/officeDocument/2006/relationships/tags" Target="../tags/tag8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24" Type="http://schemas.openxmlformats.org/officeDocument/2006/relationships/image" Target="../media/image12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23" Type="http://schemas.openxmlformats.org/officeDocument/2006/relationships/audio" Target="../media/audio1.wav"/><Relationship Id="rId28" Type="http://schemas.openxmlformats.org/officeDocument/2006/relationships/image" Target="../media/image19.png"/><Relationship Id="rId10" Type="http://schemas.openxmlformats.org/officeDocument/2006/relationships/image" Target="../media/image27.png"/><Relationship Id="rId19" Type="http://schemas.openxmlformats.org/officeDocument/2006/relationships/image" Target="../media/image35.png"/><Relationship Id="rId4" Type="http://schemas.openxmlformats.org/officeDocument/2006/relationships/image" Target="../media/image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slide" Target="slide9.xml"/><Relationship Id="rId27" Type="http://schemas.openxmlformats.org/officeDocument/2006/relationships/slide" Target="slide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slide" Target="slide1.xml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6" Type="http://schemas.openxmlformats.org/officeDocument/2006/relationships/image" Target="../media/image20.svg"/><Relationship Id="rId11" Type="http://schemas.openxmlformats.org/officeDocument/2006/relationships/image" Target="../media/image42.png"/><Relationship Id="rId5" Type="http://schemas.openxmlformats.org/officeDocument/2006/relationships/image" Target="../media/image12.png"/><Relationship Id="rId10" Type="http://schemas.openxmlformats.org/officeDocument/2006/relationships/image" Target="../media/image41.png"/><Relationship Id="rId4" Type="http://schemas.openxmlformats.org/officeDocument/2006/relationships/image" Target="../media/image1.png"/><Relationship Id="rId9" Type="http://schemas.openxmlformats.org/officeDocument/2006/relationships/image" Target="../media/image40.png"/><Relationship Id="rId1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slide" Target="slide1.xml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38.png"/><Relationship Id="rId12" Type="http://schemas.openxmlformats.org/officeDocument/2006/relationships/image" Target="../media/image4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6" Type="http://schemas.openxmlformats.org/officeDocument/2006/relationships/image" Target="../media/image20.svg"/><Relationship Id="rId11" Type="http://schemas.openxmlformats.org/officeDocument/2006/relationships/image" Target="../media/image42.png"/><Relationship Id="rId5" Type="http://schemas.openxmlformats.org/officeDocument/2006/relationships/image" Target="../media/image12.png"/><Relationship Id="rId10" Type="http://schemas.openxmlformats.org/officeDocument/2006/relationships/image" Target="../media/image41.png"/><Relationship Id="rId4" Type="http://schemas.openxmlformats.org/officeDocument/2006/relationships/image" Target="../media/image1.png"/><Relationship Id="rId9" Type="http://schemas.openxmlformats.org/officeDocument/2006/relationships/image" Target="../media/image40.png"/><Relationship Id="rId14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slide" Target="slide1.xml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8.png"/><Relationship Id="rId12" Type="http://schemas.openxmlformats.org/officeDocument/2006/relationships/image" Target="../media/image4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6" Type="http://schemas.openxmlformats.org/officeDocument/2006/relationships/image" Target="../media/image20.svg"/><Relationship Id="rId11" Type="http://schemas.openxmlformats.org/officeDocument/2006/relationships/image" Target="../media/image42.png"/><Relationship Id="rId5" Type="http://schemas.openxmlformats.org/officeDocument/2006/relationships/image" Target="../media/image12.png"/><Relationship Id="rId10" Type="http://schemas.openxmlformats.org/officeDocument/2006/relationships/image" Target="../media/image41.png"/><Relationship Id="rId4" Type="http://schemas.openxmlformats.org/officeDocument/2006/relationships/image" Target="../media/image1.png"/><Relationship Id="rId9" Type="http://schemas.openxmlformats.org/officeDocument/2006/relationships/image" Target="../media/image40.png"/><Relationship Id="rId14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1485" y="0"/>
            <a:ext cx="11395636" cy="18624125"/>
          </a:xfrm>
          <a:custGeom>
            <a:avLst/>
            <a:gdLst/>
            <a:ahLst/>
            <a:cxnLst/>
            <a:rect l="l" t="t" r="r" b="b"/>
            <a:pathLst>
              <a:path w="11395636" h="18624125">
                <a:moveTo>
                  <a:pt x="0" y="0"/>
                </a:moveTo>
                <a:lnTo>
                  <a:pt x="11395636" y="0"/>
                </a:lnTo>
                <a:lnTo>
                  <a:pt x="11395636" y="18624125"/>
                </a:lnTo>
                <a:lnTo>
                  <a:pt x="0" y="18624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3780993"/>
            <a:ext cx="2351232" cy="1979409"/>
            <a:chOff x="0" y="0"/>
            <a:chExt cx="3134975" cy="2639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134975" cy="2639212"/>
            </a:xfrm>
            <a:custGeom>
              <a:avLst/>
              <a:gdLst/>
              <a:ahLst/>
              <a:cxnLst/>
              <a:rect l="l" t="t" r="r" b="b"/>
              <a:pathLst>
                <a:path w="3134975" h="2639212">
                  <a:moveTo>
                    <a:pt x="0" y="0"/>
                  </a:moveTo>
                  <a:lnTo>
                    <a:pt x="3134975" y="0"/>
                  </a:lnTo>
                  <a:lnTo>
                    <a:pt x="3134975" y="2639212"/>
                  </a:lnTo>
                  <a:lnTo>
                    <a:pt x="0" y="2639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568670" y="583251"/>
              <a:ext cx="2289261" cy="1764335"/>
            </a:xfrm>
            <a:custGeom>
              <a:avLst/>
              <a:gdLst/>
              <a:ahLst/>
              <a:cxnLst/>
              <a:rect l="l" t="t" r="r" b="b"/>
              <a:pathLst>
                <a:path w="2289261" h="1764335">
                  <a:moveTo>
                    <a:pt x="0" y="0"/>
                  </a:moveTo>
                  <a:lnTo>
                    <a:pt x="2289261" y="0"/>
                  </a:lnTo>
                  <a:lnTo>
                    <a:pt x="2289261" y="1764335"/>
                  </a:lnTo>
                  <a:lnTo>
                    <a:pt x="0" y="1764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5808026"/>
            <a:ext cx="2777734" cy="1760690"/>
            <a:chOff x="0" y="0"/>
            <a:chExt cx="3703645" cy="234758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03645" cy="2347586"/>
            </a:xfrm>
            <a:custGeom>
              <a:avLst/>
              <a:gdLst/>
              <a:ahLst/>
              <a:cxnLst/>
              <a:rect l="l" t="t" r="r" b="b"/>
              <a:pathLst>
                <a:path w="3703645" h="2347586">
                  <a:moveTo>
                    <a:pt x="0" y="0"/>
                  </a:moveTo>
                  <a:lnTo>
                    <a:pt x="3703645" y="0"/>
                  </a:lnTo>
                  <a:lnTo>
                    <a:pt x="3703645" y="2347586"/>
                  </a:lnTo>
                  <a:lnTo>
                    <a:pt x="0" y="23475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 rot="540000">
              <a:off x="781261" y="709974"/>
              <a:ext cx="2431953" cy="9631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21"/>
                </a:lnSpc>
              </a:pPr>
              <a:r>
                <a:rPr lang="en-US" sz="275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BERNALAR</a:t>
              </a:r>
            </a:p>
            <a:p>
              <a:pPr algn="ctr">
                <a:lnSpc>
                  <a:spcPts val="2621"/>
                </a:lnSpc>
              </a:pPr>
              <a:r>
                <a:rPr lang="en-US" sz="275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LOGIS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322266" y="6911444"/>
            <a:ext cx="1924729" cy="1541970"/>
            <a:chOff x="0" y="0"/>
            <a:chExt cx="2566305" cy="205596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66305" cy="2055961"/>
            </a:xfrm>
            <a:custGeom>
              <a:avLst/>
              <a:gdLst/>
              <a:ahLst/>
              <a:cxnLst/>
              <a:rect l="l" t="t" r="r" b="b"/>
              <a:pathLst>
                <a:path w="2566305" h="2055961">
                  <a:moveTo>
                    <a:pt x="0" y="0"/>
                  </a:moveTo>
                  <a:lnTo>
                    <a:pt x="2566305" y="0"/>
                  </a:lnTo>
                  <a:lnTo>
                    <a:pt x="2566305" y="2055961"/>
                  </a:lnTo>
                  <a:lnTo>
                    <a:pt x="0" y="2055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 rot="-540000">
              <a:off x="306316" y="866109"/>
              <a:ext cx="1721495" cy="6447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07"/>
                </a:lnSpc>
              </a:pPr>
              <a:r>
                <a:rPr lang="en-US" sz="1902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BANGUN</a:t>
              </a:r>
            </a:p>
            <a:p>
              <a:pPr algn="ctr">
                <a:lnSpc>
                  <a:spcPts val="1807"/>
                </a:lnSpc>
              </a:pPr>
              <a:r>
                <a:rPr lang="en-US" sz="1902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MINATMU!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919261" y="568587"/>
            <a:ext cx="6834975" cy="4431938"/>
            <a:chOff x="0" y="0"/>
            <a:chExt cx="9113300" cy="590925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113300" cy="4680591"/>
            </a:xfrm>
            <a:custGeom>
              <a:avLst/>
              <a:gdLst/>
              <a:ahLst/>
              <a:cxnLst/>
              <a:rect l="l" t="t" r="r" b="b"/>
              <a:pathLst>
                <a:path w="9113300" h="4680591">
                  <a:moveTo>
                    <a:pt x="0" y="0"/>
                  </a:moveTo>
                  <a:lnTo>
                    <a:pt x="9113300" y="0"/>
                  </a:lnTo>
                  <a:lnTo>
                    <a:pt x="9113300" y="4680591"/>
                  </a:lnTo>
                  <a:lnTo>
                    <a:pt x="0" y="4680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2220335" y="1132322"/>
              <a:ext cx="4672630" cy="17362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792"/>
                </a:lnSpc>
              </a:pPr>
              <a:r>
                <a:rPr lang="en-US" sz="9254" b="1">
                  <a:solidFill>
                    <a:srgbClr val="00C9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MATH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19757" y="2543013"/>
              <a:ext cx="5410413" cy="1831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202"/>
                </a:lnSpc>
              </a:pPr>
              <a:r>
                <a:rPr lang="en-US" sz="9686" b="1">
                  <a:solidFill>
                    <a:srgbClr val="FFBD5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QUEST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27323" y="4549678"/>
              <a:ext cx="6858655" cy="13595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298"/>
                </a:lnSpc>
              </a:pPr>
              <a:r>
                <a:rPr lang="en-US" sz="7682">
                  <a:solidFill>
                    <a:srgbClr val="FFFFFF"/>
                  </a:solidFill>
                  <a:latin typeface="Pirata One"/>
                  <a:ea typeface="Pirata One"/>
                  <a:cs typeface="Pirata One"/>
                  <a:sym typeface="Pirata One"/>
                </a:rPr>
                <a:t>Ayo Taklukkan!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4772465" y="9144000"/>
            <a:ext cx="4286897" cy="5686699"/>
          </a:xfrm>
          <a:custGeom>
            <a:avLst/>
            <a:gdLst/>
            <a:ahLst/>
            <a:cxnLst/>
            <a:rect l="l" t="t" r="r" b="b"/>
            <a:pathLst>
              <a:path w="4286897" h="5686699">
                <a:moveTo>
                  <a:pt x="0" y="0"/>
                </a:moveTo>
                <a:lnTo>
                  <a:pt x="4286896" y="0"/>
                </a:lnTo>
                <a:lnTo>
                  <a:pt x="4286896" y="5686699"/>
                </a:lnTo>
                <a:lnTo>
                  <a:pt x="0" y="56866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28700" y="7568716"/>
            <a:ext cx="5128965" cy="8092611"/>
          </a:xfrm>
          <a:custGeom>
            <a:avLst/>
            <a:gdLst/>
            <a:ahLst/>
            <a:cxnLst/>
            <a:rect l="l" t="t" r="r" b="b"/>
            <a:pathLst>
              <a:path w="5128965" h="8092611">
                <a:moveTo>
                  <a:pt x="0" y="0"/>
                </a:moveTo>
                <a:lnTo>
                  <a:pt x="5128965" y="0"/>
                </a:lnTo>
                <a:lnTo>
                  <a:pt x="5128965" y="8092611"/>
                </a:lnTo>
                <a:lnTo>
                  <a:pt x="0" y="80926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2132512" y="14223890"/>
            <a:ext cx="6408473" cy="2120537"/>
            <a:chOff x="0" y="0"/>
            <a:chExt cx="8544630" cy="282738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544630" cy="2827382"/>
            </a:xfrm>
            <a:custGeom>
              <a:avLst/>
              <a:gdLst/>
              <a:ahLst/>
              <a:cxnLst/>
              <a:rect l="l" t="t" r="r" b="b"/>
              <a:pathLst>
                <a:path w="8544630" h="2827382">
                  <a:moveTo>
                    <a:pt x="0" y="0"/>
                  </a:moveTo>
                  <a:lnTo>
                    <a:pt x="8544630" y="0"/>
                  </a:lnTo>
                  <a:lnTo>
                    <a:pt x="8544630" y="2827382"/>
                  </a:lnTo>
                  <a:lnTo>
                    <a:pt x="0" y="2827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609215" y="312418"/>
              <a:ext cx="1843266" cy="2202546"/>
            </a:xfrm>
            <a:custGeom>
              <a:avLst/>
              <a:gdLst/>
              <a:ahLst/>
              <a:cxnLst/>
              <a:rect l="l" t="t" r="r" b="b"/>
              <a:pathLst>
                <a:path w="1843266" h="2202546">
                  <a:moveTo>
                    <a:pt x="0" y="0"/>
                  </a:moveTo>
                  <a:lnTo>
                    <a:pt x="1843266" y="0"/>
                  </a:lnTo>
                  <a:lnTo>
                    <a:pt x="1843266" y="2202546"/>
                  </a:lnTo>
                  <a:lnTo>
                    <a:pt x="0" y="2202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2428081" y="657779"/>
              <a:ext cx="5342425" cy="14004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39"/>
                </a:lnSpc>
              </a:pPr>
              <a:r>
                <a:rPr lang="en-US" sz="4252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MULA</a:t>
              </a:r>
              <a:r>
                <a:rPr lang="en-US" sz="4252" b="1">
                  <a:solidFill>
                    <a:schemeClr val="bg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</a:t>
              </a:r>
            </a:p>
            <a:p>
              <a:pPr algn="ctr">
                <a:lnSpc>
                  <a:spcPts val="4039"/>
                </a:lnSpc>
              </a:pPr>
              <a:r>
                <a:rPr lang="en-US" sz="4252" b="1">
                  <a:solidFill>
                    <a:schemeClr val="bg1"/>
                  </a:solidFill>
                  <a:latin typeface="Poppins Bold"/>
                  <a:ea typeface="Poppins Bold"/>
                  <a:cs typeface="Poppins Bold"/>
                  <a:sym typeface="Poppins Bold"/>
                  <a:hlinkClick r:id="rId14" action="ppaction://hlinksldjump">
                    <a:snd r:embed="rId15" name="click.wav"/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  <a:hlinkMouseOver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MouseOver>
                </a:rPr>
                <a:t>PETUALANGAN</a:t>
              </a:r>
              <a:endParaRPr lang="en-US" sz="4252" b="1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107603" y="5712776"/>
            <a:ext cx="4565681" cy="23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3"/>
              </a:lnSpc>
            </a:pPr>
            <a:r>
              <a:rPr lang="en-US" sz="1814" b="1">
                <a:solidFill>
                  <a:srgbClr val="2B3750"/>
                </a:solidFill>
                <a:latin typeface="Poppins Bold"/>
                <a:ea typeface="Poppins Bold"/>
                <a:cs typeface="Poppins Bold"/>
                <a:sym typeface="Poppins Bold"/>
              </a:rPr>
              <a:t>MAS COKROAMINOTO TELAGA JAYA 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3700740" y="4942971"/>
            <a:ext cx="3215172" cy="885813"/>
            <a:chOff x="0" y="0"/>
            <a:chExt cx="4286897" cy="118108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286897" cy="1181084"/>
            </a:xfrm>
            <a:custGeom>
              <a:avLst/>
              <a:gdLst/>
              <a:ahLst/>
              <a:cxnLst/>
              <a:rect l="l" t="t" r="r" b="b"/>
              <a:pathLst>
                <a:path w="4286897" h="1181084">
                  <a:moveTo>
                    <a:pt x="0" y="0"/>
                  </a:moveTo>
                  <a:lnTo>
                    <a:pt x="4286897" y="0"/>
                  </a:lnTo>
                  <a:lnTo>
                    <a:pt x="4286897" y="1181084"/>
                  </a:lnTo>
                  <a:lnTo>
                    <a:pt x="0" y="1181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1093319" y="288606"/>
              <a:ext cx="2377303" cy="5450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28"/>
                </a:lnSpc>
              </a:pPr>
              <a:r>
                <a:rPr lang="en-US" sz="2977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SMA/MA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8775820" y="770964"/>
            <a:ext cx="740216" cy="740216"/>
          </a:xfrm>
          <a:custGeom>
            <a:avLst/>
            <a:gdLst/>
            <a:ahLst/>
            <a:cxnLst/>
            <a:rect l="l" t="t" r="r" b="b"/>
            <a:pathLst>
              <a:path w="740216" h="740216">
                <a:moveTo>
                  <a:pt x="0" y="0"/>
                </a:moveTo>
                <a:lnTo>
                  <a:pt x="740216" y="0"/>
                </a:lnTo>
                <a:lnTo>
                  <a:pt x="740216" y="740216"/>
                </a:lnTo>
                <a:lnTo>
                  <a:pt x="0" y="74021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1485" y="0"/>
            <a:ext cx="11291551" cy="18454015"/>
          </a:xfrm>
          <a:custGeom>
            <a:avLst/>
            <a:gdLst/>
            <a:ahLst/>
            <a:cxnLst/>
            <a:rect l="l" t="t" r="r" b="b"/>
            <a:pathLst>
              <a:path w="11291551" h="18454015">
                <a:moveTo>
                  <a:pt x="0" y="0"/>
                </a:moveTo>
                <a:lnTo>
                  <a:pt x="11291551" y="0"/>
                </a:lnTo>
                <a:lnTo>
                  <a:pt x="11291551" y="18454015"/>
                </a:lnTo>
                <a:lnTo>
                  <a:pt x="0" y="184540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42760" y="848637"/>
            <a:ext cx="6971038" cy="4232374"/>
            <a:chOff x="0" y="0"/>
            <a:chExt cx="9294718" cy="56431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294718" cy="4483975"/>
            </a:xfrm>
            <a:custGeom>
              <a:avLst/>
              <a:gdLst/>
              <a:ahLst/>
              <a:cxnLst/>
              <a:rect l="l" t="t" r="r" b="b"/>
              <a:pathLst>
                <a:path w="9294718" h="4483975">
                  <a:moveTo>
                    <a:pt x="0" y="0"/>
                  </a:moveTo>
                  <a:lnTo>
                    <a:pt x="9294718" y="0"/>
                  </a:lnTo>
                  <a:lnTo>
                    <a:pt x="9294718" y="4483975"/>
                  </a:lnTo>
                  <a:lnTo>
                    <a:pt x="0" y="4483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2221438" y="839913"/>
              <a:ext cx="5019148" cy="20530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20"/>
                </a:lnSpc>
              </a:pPr>
              <a:r>
                <a:rPr lang="en-US" sz="9300" b="1">
                  <a:solidFill>
                    <a:srgbClr val="38B6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MATH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817117" y="2288727"/>
              <a:ext cx="5660483" cy="20530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20"/>
                </a:lnSpc>
              </a:pPr>
              <a:r>
                <a:rPr lang="en-US" sz="9300" b="1">
                  <a:solidFill>
                    <a:srgbClr val="FFBD59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QUEST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91961" y="4094163"/>
              <a:ext cx="7221996" cy="15490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69"/>
                </a:lnSpc>
              </a:pPr>
              <a:r>
                <a:rPr lang="en-US" sz="6978">
                  <a:solidFill>
                    <a:srgbClr val="FFBD59"/>
                  </a:solidFill>
                  <a:latin typeface="Brusher"/>
                  <a:ea typeface="Brusher"/>
                  <a:cs typeface="Brusher"/>
                  <a:sym typeface="Brusher"/>
                </a:rPr>
                <a:t>Ayo Taklukkan!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485519" y="5168365"/>
            <a:ext cx="3485519" cy="898610"/>
            <a:chOff x="0" y="0"/>
            <a:chExt cx="4647359" cy="11981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47359" cy="1198147"/>
            </a:xfrm>
            <a:custGeom>
              <a:avLst/>
              <a:gdLst/>
              <a:ahLst/>
              <a:cxnLst/>
              <a:rect l="l" t="t" r="r" b="b"/>
              <a:pathLst>
                <a:path w="4647359" h="1198147">
                  <a:moveTo>
                    <a:pt x="0" y="0"/>
                  </a:moveTo>
                  <a:lnTo>
                    <a:pt x="4647359" y="0"/>
                  </a:lnTo>
                  <a:lnTo>
                    <a:pt x="4647359" y="1198147"/>
                  </a:lnTo>
                  <a:lnTo>
                    <a:pt x="0" y="11981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511209" y="432228"/>
              <a:ext cx="3624940" cy="5900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10"/>
                </a:lnSpc>
              </a:pPr>
              <a:r>
                <a:rPr lang="en-US" sz="3310" b="1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SMA/MA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188042" y="9919639"/>
            <a:ext cx="4347173" cy="2977361"/>
            <a:chOff x="0" y="59170"/>
            <a:chExt cx="5796231" cy="3969814"/>
          </a:xfrm>
        </p:grpSpPr>
        <p:sp>
          <p:nvSpPr>
            <p:cNvPr id="12" name="Freeform 12"/>
            <p:cNvSpPr/>
            <p:nvPr/>
          </p:nvSpPr>
          <p:spPr>
            <a:xfrm>
              <a:off x="0" y="59170"/>
              <a:ext cx="5796231" cy="3969814"/>
            </a:xfrm>
            <a:custGeom>
              <a:avLst/>
              <a:gdLst/>
              <a:ahLst/>
              <a:cxnLst/>
              <a:rect l="l" t="t" r="r" b="b"/>
              <a:pathLst>
                <a:path w="5796231" h="3969814">
                  <a:moveTo>
                    <a:pt x="0" y="0"/>
                  </a:moveTo>
                  <a:lnTo>
                    <a:pt x="5796231" y="0"/>
                  </a:lnTo>
                  <a:lnTo>
                    <a:pt x="5796231" y="3969814"/>
                  </a:lnTo>
                  <a:lnTo>
                    <a:pt x="0" y="3969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2173587" y="557283"/>
              <a:ext cx="1207548" cy="1252831"/>
            </a:xfrm>
            <a:custGeom>
              <a:avLst/>
              <a:gdLst/>
              <a:ahLst/>
              <a:cxnLst/>
              <a:rect l="l" t="t" r="r" b="b"/>
              <a:pathLst>
                <a:path w="1207548" h="1252831">
                  <a:moveTo>
                    <a:pt x="0" y="0"/>
                  </a:moveTo>
                  <a:lnTo>
                    <a:pt x="1207548" y="0"/>
                  </a:lnTo>
                  <a:lnTo>
                    <a:pt x="1207548" y="1252832"/>
                  </a:lnTo>
                  <a:lnTo>
                    <a:pt x="0" y="1252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2654674" y="947245"/>
              <a:ext cx="486883" cy="4793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35"/>
                </a:lnSpc>
              </a:pPr>
              <a:r>
                <a:rPr lang="en-US" sz="2635" b="1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XI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25873" y="1959845"/>
              <a:ext cx="2944486" cy="376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50"/>
                </a:lnSpc>
              </a:pPr>
              <a:r>
                <a:rPr lang="en-US" sz="2150" b="1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PILIH </a:t>
              </a:r>
              <a:r>
                <a:rPr lang="en-US" sz="2150" b="1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  <a:hlinkClick r:id="rId9" action="ppaction://hlinksldjump">
                    <a:snd r:embed="rId10" name="click.wav"/>
                  </a:hlinkClick>
                </a:rPr>
                <a:t>JENJANG</a:t>
              </a:r>
              <a:endParaRPr lang="en-US" sz="215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43709" y="66675"/>
              <a:ext cx="2708813" cy="7845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28"/>
                </a:lnSpc>
              </a:pPr>
              <a:r>
                <a:rPr lang="en-US" sz="3328" b="1">
                  <a:solidFill>
                    <a:srgbClr val="FFBD59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KELAS 11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094960" y="13178232"/>
            <a:ext cx="4647638" cy="3376800"/>
            <a:chOff x="0" y="0"/>
            <a:chExt cx="6196851" cy="4502400"/>
          </a:xfrm>
        </p:grpSpPr>
        <p:sp>
          <p:nvSpPr>
            <p:cNvPr id="18" name="Freeform 18">
              <a:hlinkClick r:id="rId9" action="ppaction://hlinksldjump">
                <a:snd r:embed="rId10" name="click.wav"/>
              </a:hlinkClick>
            </p:cNvPr>
            <p:cNvSpPr/>
            <p:nvPr/>
          </p:nvSpPr>
          <p:spPr>
            <a:xfrm>
              <a:off x="0" y="0"/>
              <a:ext cx="6196851" cy="4502400"/>
            </a:xfrm>
            <a:custGeom>
              <a:avLst/>
              <a:gdLst/>
              <a:ahLst/>
              <a:cxnLst/>
              <a:rect l="l" t="t" r="r" b="b"/>
              <a:pathLst>
                <a:path w="6196851" h="4502400">
                  <a:moveTo>
                    <a:pt x="0" y="0"/>
                  </a:moveTo>
                  <a:lnTo>
                    <a:pt x="6196851" y="0"/>
                  </a:lnTo>
                  <a:lnTo>
                    <a:pt x="6196851" y="4502400"/>
                  </a:lnTo>
                  <a:lnTo>
                    <a:pt x="0" y="450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2323819" y="1048946"/>
              <a:ext cx="1291011" cy="1339424"/>
            </a:xfrm>
            <a:custGeom>
              <a:avLst/>
              <a:gdLst/>
              <a:ahLst/>
              <a:cxnLst/>
              <a:rect l="l" t="t" r="r" b="b"/>
              <a:pathLst>
                <a:path w="1291011" h="1339424">
                  <a:moveTo>
                    <a:pt x="0" y="0"/>
                  </a:moveTo>
                  <a:lnTo>
                    <a:pt x="1291011" y="0"/>
                  </a:lnTo>
                  <a:lnTo>
                    <a:pt x="1291011" y="1339424"/>
                  </a:lnTo>
                  <a:lnTo>
                    <a:pt x="0" y="13394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1524425" y="2443539"/>
              <a:ext cx="3148000" cy="417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99"/>
                </a:lnSpc>
              </a:pPr>
              <a:r>
                <a:rPr lang="en-US" sz="2299" b="1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PILIH JENJANG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76189" y="1361105"/>
              <a:ext cx="644473" cy="4951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3"/>
                </a:lnSpc>
              </a:pPr>
              <a:r>
                <a:rPr lang="en-US" sz="2683" b="1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XII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91991" y="363607"/>
              <a:ext cx="3012870" cy="8564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558"/>
                </a:lnSpc>
              </a:pPr>
              <a:r>
                <a:rPr lang="en-US" sz="3558" b="1">
                  <a:solidFill>
                    <a:srgbClr val="FFBD59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KELAS 12</a:t>
              </a:r>
            </a:p>
          </p:txBody>
        </p:sp>
      </p:grpSp>
      <p:sp>
        <p:nvSpPr>
          <p:cNvPr id="24" name="Freeform 24">
            <a:hlinkClick r:id="rId13" action="ppaction://hlinksldjump">
              <a:snd r:embed="rId10" name="click.wav"/>
            </a:hlinkClick>
          </p:cNvPr>
          <p:cNvSpPr/>
          <p:nvPr/>
        </p:nvSpPr>
        <p:spPr>
          <a:xfrm>
            <a:off x="433838" y="16650282"/>
            <a:ext cx="1960311" cy="695910"/>
          </a:xfrm>
          <a:custGeom>
            <a:avLst/>
            <a:gdLst/>
            <a:ahLst/>
            <a:cxnLst/>
            <a:rect l="l" t="t" r="r" b="b"/>
            <a:pathLst>
              <a:path w="1960311" h="695910">
                <a:moveTo>
                  <a:pt x="0" y="0"/>
                </a:moveTo>
                <a:lnTo>
                  <a:pt x="1960311" y="0"/>
                </a:lnTo>
                <a:lnTo>
                  <a:pt x="1960311" y="695910"/>
                </a:lnTo>
                <a:lnTo>
                  <a:pt x="0" y="69591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594222" y="770964"/>
            <a:ext cx="868955" cy="868955"/>
          </a:xfrm>
          <a:custGeom>
            <a:avLst/>
            <a:gdLst/>
            <a:ahLst/>
            <a:cxnLst/>
            <a:rect l="l" t="t" r="r" b="b"/>
            <a:pathLst>
              <a:path w="868955" h="868955">
                <a:moveTo>
                  <a:pt x="0" y="0"/>
                </a:moveTo>
                <a:lnTo>
                  <a:pt x="868956" y="0"/>
                </a:lnTo>
                <a:lnTo>
                  <a:pt x="868956" y="868955"/>
                </a:lnTo>
                <a:lnTo>
                  <a:pt x="0" y="8689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8888192" y="899704"/>
            <a:ext cx="740216" cy="740216"/>
          </a:xfrm>
          <a:custGeom>
            <a:avLst/>
            <a:gdLst/>
            <a:ahLst/>
            <a:cxnLst/>
            <a:rect l="l" t="t" r="r" b="b"/>
            <a:pathLst>
              <a:path w="740216" h="740216">
                <a:moveTo>
                  <a:pt x="0" y="0"/>
                </a:moveTo>
                <a:lnTo>
                  <a:pt x="740216" y="0"/>
                </a:lnTo>
                <a:lnTo>
                  <a:pt x="740216" y="740215"/>
                </a:lnTo>
                <a:lnTo>
                  <a:pt x="0" y="74021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3168992" y="6521419"/>
            <a:ext cx="4347173" cy="2977361"/>
            <a:chOff x="0" y="59170"/>
            <a:chExt cx="5796231" cy="3969814"/>
          </a:xfrm>
        </p:grpSpPr>
        <p:sp>
          <p:nvSpPr>
            <p:cNvPr id="29" name="Freeform 29"/>
            <p:cNvSpPr/>
            <p:nvPr/>
          </p:nvSpPr>
          <p:spPr>
            <a:xfrm>
              <a:off x="0" y="59170"/>
              <a:ext cx="5796231" cy="3969814"/>
            </a:xfrm>
            <a:custGeom>
              <a:avLst/>
              <a:gdLst/>
              <a:ahLst/>
              <a:cxnLst/>
              <a:rect l="l" t="t" r="r" b="b"/>
              <a:pathLst>
                <a:path w="5796231" h="3969814">
                  <a:moveTo>
                    <a:pt x="0" y="0"/>
                  </a:moveTo>
                  <a:lnTo>
                    <a:pt x="5796231" y="0"/>
                  </a:lnTo>
                  <a:lnTo>
                    <a:pt x="5796231" y="3969814"/>
                  </a:lnTo>
                  <a:lnTo>
                    <a:pt x="0" y="3969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2173587" y="557283"/>
              <a:ext cx="1207548" cy="1252831"/>
            </a:xfrm>
            <a:custGeom>
              <a:avLst/>
              <a:gdLst/>
              <a:ahLst/>
              <a:cxnLst/>
              <a:rect l="l" t="t" r="r" b="b"/>
              <a:pathLst>
                <a:path w="1207548" h="1252831">
                  <a:moveTo>
                    <a:pt x="0" y="0"/>
                  </a:moveTo>
                  <a:lnTo>
                    <a:pt x="1207548" y="0"/>
                  </a:lnTo>
                  <a:lnTo>
                    <a:pt x="1207548" y="1252832"/>
                  </a:lnTo>
                  <a:lnTo>
                    <a:pt x="0" y="1252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2654674" y="947245"/>
              <a:ext cx="486883" cy="4793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35"/>
                </a:lnSpc>
              </a:pPr>
              <a:r>
                <a:rPr lang="en-US" sz="2635" b="1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X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25873" y="1959845"/>
              <a:ext cx="2944486" cy="376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50"/>
                </a:lnSpc>
              </a:pPr>
              <a:r>
                <a:rPr lang="en-US" sz="2150" b="1">
                  <a:solidFill>
                    <a:schemeClr val="bg1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PILIH </a:t>
              </a:r>
              <a:r>
                <a:rPr lang="en-US" sz="2150" b="1">
                  <a:solidFill>
                    <a:schemeClr val="bg1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  <a:hlinkClick r:id="rId9" action="ppaction://hlinksldjump">
                    <a:snd r:embed="rId10" name="click.wav"/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JENJANG</a:t>
              </a:r>
              <a:endParaRPr lang="en-US" sz="2150" b="1">
                <a:solidFill>
                  <a:schemeClr val="bg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62238" y="66675"/>
              <a:ext cx="2871755" cy="8027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28"/>
                </a:lnSpc>
              </a:pPr>
              <a:r>
                <a:rPr lang="en-US" sz="3328" b="1">
                  <a:solidFill>
                    <a:srgbClr val="FFBD59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KELAS 10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574BC-9753-210D-F0FC-8AC40DF1A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1EDB7B0-F777-E653-DCC0-BB5F399C1A89}"/>
              </a:ext>
            </a:extLst>
          </p:cNvPr>
          <p:cNvSpPr/>
          <p:nvPr/>
        </p:nvSpPr>
        <p:spPr>
          <a:xfrm>
            <a:off x="-451485" y="0"/>
            <a:ext cx="11291551" cy="18454015"/>
          </a:xfrm>
          <a:custGeom>
            <a:avLst/>
            <a:gdLst/>
            <a:ahLst/>
            <a:cxnLst/>
            <a:rect l="l" t="t" r="r" b="b"/>
            <a:pathLst>
              <a:path w="11291551" h="18454015">
                <a:moveTo>
                  <a:pt x="0" y="0"/>
                </a:moveTo>
                <a:lnTo>
                  <a:pt x="11291551" y="0"/>
                </a:lnTo>
                <a:lnTo>
                  <a:pt x="11291551" y="18454015"/>
                </a:lnTo>
                <a:lnTo>
                  <a:pt x="0" y="184540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E68B524-484D-EE8E-D1F5-457E31DD54E8}"/>
              </a:ext>
            </a:extLst>
          </p:cNvPr>
          <p:cNvGrpSpPr/>
          <p:nvPr/>
        </p:nvGrpSpPr>
        <p:grpSpPr>
          <a:xfrm>
            <a:off x="1742760" y="848637"/>
            <a:ext cx="6971038" cy="4232374"/>
            <a:chOff x="0" y="0"/>
            <a:chExt cx="9294718" cy="564316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22ED8F5-F13D-AA79-B3BA-1A10CF950544}"/>
                </a:ext>
              </a:extLst>
            </p:cNvPr>
            <p:cNvSpPr/>
            <p:nvPr/>
          </p:nvSpPr>
          <p:spPr>
            <a:xfrm>
              <a:off x="0" y="0"/>
              <a:ext cx="9294718" cy="4483975"/>
            </a:xfrm>
            <a:custGeom>
              <a:avLst/>
              <a:gdLst/>
              <a:ahLst/>
              <a:cxnLst/>
              <a:rect l="l" t="t" r="r" b="b"/>
              <a:pathLst>
                <a:path w="9294718" h="4483975">
                  <a:moveTo>
                    <a:pt x="0" y="0"/>
                  </a:moveTo>
                  <a:lnTo>
                    <a:pt x="9294718" y="0"/>
                  </a:lnTo>
                  <a:lnTo>
                    <a:pt x="9294718" y="4483975"/>
                  </a:lnTo>
                  <a:lnTo>
                    <a:pt x="0" y="4483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5ADB344-08FD-877F-EC4D-6CE65888F830}"/>
                </a:ext>
              </a:extLst>
            </p:cNvPr>
            <p:cNvSpPr txBox="1"/>
            <p:nvPr/>
          </p:nvSpPr>
          <p:spPr>
            <a:xfrm>
              <a:off x="2221438" y="839913"/>
              <a:ext cx="5019148" cy="20530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20"/>
                </a:lnSpc>
              </a:pPr>
              <a:r>
                <a:rPr lang="en-US" sz="9300" b="1">
                  <a:solidFill>
                    <a:srgbClr val="38B6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MATH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F9EE042-C437-874F-89DE-F5ADD7EBA1EC}"/>
                </a:ext>
              </a:extLst>
            </p:cNvPr>
            <p:cNvSpPr txBox="1"/>
            <p:nvPr/>
          </p:nvSpPr>
          <p:spPr>
            <a:xfrm>
              <a:off x="1817117" y="2288727"/>
              <a:ext cx="5660483" cy="20530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20"/>
                </a:lnSpc>
              </a:pPr>
              <a:r>
                <a:rPr lang="en-US" sz="9300" b="1">
                  <a:solidFill>
                    <a:srgbClr val="FFBD59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QUEST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3974874-F9A6-6BC8-96A7-18855B83A97C}"/>
                </a:ext>
              </a:extLst>
            </p:cNvPr>
            <p:cNvSpPr txBox="1"/>
            <p:nvPr/>
          </p:nvSpPr>
          <p:spPr>
            <a:xfrm>
              <a:off x="1391961" y="4094163"/>
              <a:ext cx="7221996" cy="15490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69"/>
                </a:lnSpc>
              </a:pPr>
              <a:r>
                <a:rPr lang="en-US" sz="6978">
                  <a:solidFill>
                    <a:srgbClr val="FFBD59"/>
                  </a:solidFill>
                  <a:latin typeface="Brusher"/>
                  <a:ea typeface="Brusher"/>
                  <a:cs typeface="Brusher"/>
                  <a:sym typeface="Brusher"/>
                </a:rPr>
                <a:t>Ayo Taklukkan!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E920448D-6C25-56A0-4ACD-5A62B0318492}"/>
              </a:ext>
            </a:extLst>
          </p:cNvPr>
          <p:cNvGrpSpPr/>
          <p:nvPr/>
        </p:nvGrpSpPr>
        <p:grpSpPr>
          <a:xfrm>
            <a:off x="3485519" y="5168365"/>
            <a:ext cx="3485519" cy="898610"/>
            <a:chOff x="0" y="0"/>
            <a:chExt cx="4647359" cy="1198147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E121966C-DEF5-E04B-BEDE-E0F254CA1C59}"/>
                </a:ext>
              </a:extLst>
            </p:cNvPr>
            <p:cNvSpPr/>
            <p:nvPr/>
          </p:nvSpPr>
          <p:spPr>
            <a:xfrm>
              <a:off x="0" y="0"/>
              <a:ext cx="4647359" cy="1198147"/>
            </a:xfrm>
            <a:custGeom>
              <a:avLst/>
              <a:gdLst/>
              <a:ahLst/>
              <a:cxnLst/>
              <a:rect l="l" t="t" r="r" b="b"/>
              <a:pathLst>
                <a:path w="4647359" h="1198147">
                  <a:moveTo>
                    <a:pt x="0" y="0"/>
                  </a:moveTo>
                  <a:lnTo>
                    <a:pt x="4647359" y="0"/>
                  </a:lnTo>
                  <a:lnTo>
                    <a:pt x="4647359" y="1198147"/>
                  </a:lnTo>
                  <a:lnTo>
                    <a:pt x="0" y="11981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C4941D8-572A-D44F-36CA-E483D8E3EDB5}"/>
                </a:ext>
              </a:extLst>
            </p:cNvPr>
            <p:cNvSpPr txBox="1"/>
            <p:nvPr/>
          </p:nvSpPr>
          <p:spPr>
            <a:xfrm>
              <a:off x="511209" y="432228"/>
              <a:ext cx="3624940" cy="5900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10"/>
                </a:lnSpc>
              </a:pPr>
              <a:r>
                <a:rPr lang="en-US" sz="3310" b="1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SMA/MA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5C5D3E7E-AAB2-3CC7-0DC5-24470A2D241C}"/>
              </a:ext>
            </a:extLst>
          </p:cNvPr>
          <p:cNvGrpSpPr/>
          <p:nvPr/>
        </p:nvGrpSpPr>
        <p:grpSpPr>
          <a:xfrm>
            <a:off x="3188042" y="9919639"/>
            <a:ext cx="4347173" cy="2977361"/>
            <a:chOff x="0" y="59170"/>
            <a:chExt cx="5796231" cy="3969814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3BDAB368-5253-4C64-E8DE-FA6D40743C02}"/>
                </a:ext>
              </a:extLst>
            </p:cNvPr>
            <p:cNvSpPr/>
            <p:nvPr/>
          </p:nvSpPr>
          <p:spPr>
            <a:xfrm>
              <a:off x="0" y="59170"/>
              <a:ext cx="5796231" cy="3969814"/>
            </a:xfrm>
            <a:custGeom>
              <a:avLst/>
              <a:gdLst/>
              <a:ahLst/>
              <a:cxnLst/>
              <a:rect l="l" t="t" r="r" b="b"/>
              <a:pathLst>
                <a:path w="5796231" h="3969814">
                  <a:moveTo>
                    <a:pt x="0" y="0"/>
                  </a:moveTo>
                  <a:lnTo>
                    <a:pt x="5796231" y="0"/>
                  </a:lnTo>
                  <a:lnTo>
                    <a:pt x="5796231" y="3969814"/>
                  </a:lnTo>
                  <a:lnTo>
                    <a:pt x="0" y="3969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734DC6FE-99FE-7432-1EC5-66A3E579EE18}"/>
                </a:ext>
              </a:extLst>
            </p:cNvPr>
            <p:cNvSpPr/>
            <p:nvPr/>
          </p:nvSpPr>
          <p:spPr>
            <a:xfrm>
              <a:off x="2173587" y="557283"/>
              <a:ext cx="1207548" cy="1252831"/>
            </a:xfrm>
            <a:custGeom>
              <a:avLst/>
              <a:gdLst/>
              <a:ahLst/>
              <a:cxnLst/>
              <a:rect l="l" t="t" r="r" b="b"/>
              <a:pathLst>
                <a:path w="1207548" h="1252831">
                  <a:moveTo>
                    <a:pt x="0" y="0"/>
                  </a:moveTo>
                  <a:lnTo>
                    <a:pt x="1207548" y="0"/>
                  </a:lnTo>
                  <a:lnTo>
                    <a:pt x="1207548" y="1252832"/>
                  </a:lnTo>
                  <a:lnTo>
                    <a:pt x="0" y="1252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5863C404-743D-1943-182D-EE1F89E2C9D0}"/>
                </a:ext>
              </a:extLst>
            </p:cNvPr>
            <p:cNvSpPr txBox="1"/>
            <p:nvPr/>
          </p:nvSpPr>
          <p:spPr>
            <a:xfrm>
              <a:off x="2654674" y="947245"/>
              <a:ext cx="486883" cy="4793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35"/>
                </a:lnSpc>
              </a:pPr>
              <a:r>
                <a:rPr lang="en-US" sz="2635" b="1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XI</a:t>
              </a:r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41409B1A-71C3-94E2-F17F-84732A4CF748}"/>
                </a:ext>
              </a:extLst>
            </p:cNvPr>
            <p:cNvSpPr txBox="1"/>
            <p:nvPr/>
          </p:nvSpPr>
          <p:spPr>
            <a:xfrm>
              <a:off x="1425873" y="1959845"/>
              <a:ext cx="2944486" cy="376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50"/>
                </a:lnSpc>
              </a:pPr>
              <a:r>
                <a:rPr lang="en-US" sz="2150" b="1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PILIH </a:t>
              </a:r>
              <a:r>
                <a:rPr lang="en-US" sz="2150" b="1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  <a:hlinkClick r:id="rId9" action="ppaction://hlinksldjump">
                    <a:snd r:embed="rId10" name="click.wav"/>
                  </a:hlinkClick>
                </a:rPr>
                <a:t>JENJANG</a:t>
              </a:r>
              <a:endParaRPr lang="en-US" sz="215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endParaRP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6907070-348A-1BF4-57EF-D023D2275014}"/>
                </a:ext>
              </a:extLst>
            </p:cNvPr>
            <p:cNvSpPr txBox="1"/>
            <p:nvPr/>
          </p:nvSpPr>
          <p:spPr>
            <a:xfrm>
              <a:off x="1543709" y="66675"/>
              <a:ext cx="2708813" cy="7845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28"/>
                </a:lnSpc>
              </a:pPr>
              <a:r>
                <a:rPr lang="en-US" sz="3328" b="1">
                  <a:solidFill>
                    <a:srgbClr val="FFBD59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KELAS 11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F3F6CC9B-39AF-520B-16D9-FF25DAB48BD8}"/>
              </a:ext>
            </a:extLst>
          </p:cNvPr>
          <p:cNvGrpSpPr/>
          <p:nvPr/>
        </p:nvGrpSpPr>
        <p:grpSpPr>
          <a:xfrm>
            <a:off x="3094960" y="13178232"/>
            <a:ext cx="4647638" cy="3376800"/>
            <a:chOff x="0" y="0"/>
            <a:chExt cx="6196851" cy="4502400"/>
          </a:xfrm>
        </p:grpSpPr>
        <p:sp>
          <p:nvSpPr>
            <p:cNvPr id="18" name="Freeform 18">
              <a:hlinkClick r:id="rId9" action="ppaction://hlinksldjump">
                <a:snd r:embed="rId10" name="click.wav"/>
              </a:hlinkClick>
              <a:extLst>
                <a:ext uri="{FF2B5EF4-FFF2-40B4-BE49-F238E27FC236}">
                  <a16:creationId xmlns:a16="http://schemas.microsoft.com/office/drawing/2014/main" id="{0B9F45C8-371C-601E-8F2A-4838D9031F73}"/>
                </a:ext>
              </a:extLst>
            </p:cNvPr>
            <p:cNvSpPr/>
            <p:nvPr/>
          </p:nvSpPr>
          <p:spPr>
            <a:xfrm>
              <a:off x="0" y="0"/>
              <a:ext cx="6196851" cy="4502400"/>
            </a:xfrm>
            <a:custGeom>
              <a:avLst/>
              <a:gdLst/>
              <a:ahLst/>
              <a:cxnLst/>
              <a:rect l="l" t="t" r="r" b="b"/>
              <a:pathLst>
                <a:path w="6196851" h="4502400">
                  <a:moveTo>
                    <a:pt x="0" y="0"/>
                  </a:moveTo>
                  <a:lnTo>
                    <a:pt x="6196851" y="0"/>
                  </a:lnTo>
                  <a:lnTo>
                    <a:pt x="6196851" y="4502400"/>
                  </a:lnTo>
                  <a:lnTo>
                    <a:pt x="0" y="450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BF706B4E-344A-39A2-1DA3-CE2CE345E446}"/>
                </a:ext>
              </a:extLst>
            </p:cNvPr>
            <p:cNvSpPr/>
            <p:nvPr/>
          </p:nvSpPr>
          <p:spPr>
            <a:xfrm>
              <a:off x="2323819" y="1048946"/>
              <a:ext cx="1291011" cy="1339424"/>
            </a:xfrm>
            <a:custGeom>
              <a:avLst/>
              <a:gdLst/>
              <a:ahLst/>
              <a:cxnLst/>
              <a:rect l="l" t="t" r="r" b="b"/>
              <a:pathLst>
                <a:path w="1291011" h="1339424">
                  <a:moveTo>
                    <a:pt x="0" y="0"/>
                  </a:moveTo>
                  <a:lnTo>
                    <a:pt x="1291011" y="0"/>
                  </a:lnTo>
                  <a:lnTo>
                    <a:pt x="1291011" y="1339424"/>
                  </a:lnTo>
                  <a:lnTo>
                    <a:pt x="0" y="13394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0F766D4A-C93A-97D0-3F5B-EB2BBDD9B8A8}"/>
                </a:ext>
              </a:extLst>
            </p:cNvPr>
            <p:cNvSpPr txBox="1"/>
            <p:nvPr/>
          </p:nvSpPr>
          <p:spPr>
            <a:xfrm>
              <a:off x="1524425" y="2443539"/>
              <a:ext cx="3148000" cy="417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99"/>
                </a:lnSpc>
              </a:pPr>
              <a:r>
                <a:rPr lang="en-US" sz="2299" b="1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PILIH JENJANG</a:t>
              </a:r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42AA9C91-5AA0-F00A-44B0-E04588823DB9}"/>
                </a:ext>
              </a:extLst>
            </p:cNvPr>
            <p:cNvSpPr txBox="1"/>
            <p:nvPr/>
          </p:nvSpPr>
          <p:spPr>
            <a:xfrm>
              <a:off x="2776189" y="1361105"/>
              <a:ext cx="644473" cy="4951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3"/>
                </a:lnSpc>
              </a:pPr>
              <a:r>
                <a:rPr lang="en-US" sz="2683" b="1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XII</a:t>
              </a: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49737409-F698-EEEB-5E2E-E3235E418D18}"/>
                </a:ext>
              </a:extLst>
            </p:cNvPr>
            <p:cNvSpPr txBox="1"/>
            <p:nvPr/>
          </p:nvSpPr>
          <p:spPr>
            <a:xfrm>
              <a:off x="1591991" y="363607"/>
              <a:ext cx="3012870" cy="8564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558"/>
                </a:lnSpc>
              </a:pPr>
              <a:r>
                <a:rPr lang="en-US" sz="3558" b="1">
                  <a:solidFill>
                    <a:srgbClr val="FFBD59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KELAS 12</a:t>
              </a:r>
            </a:p>
          </p:txBody>
        </p:sp>
      </p:grpSp>
      <p:sp>
        <p:nvSpPr>
          <p:cNvPr id="24" name="Freeform 24">
            <a:hlinkClick r:id="rId13" action="ppaction://hlinksldjump">
              <a:snd r:embed="rId10" name="click.wav"/>
            </a:hlinkClick>
            <a:extLst>
              <a:ext uri="{FF2B5EF4-FFF2-40B4-BE49-F238E27FC236}">
                <a16:creationId xmlns:a16="http://schemas.microsoft.com/office/drawing/2014/main" id="{4DF405F4-B7DC-282B-3C20-345B3DA962CC}"/>
              </a:ext>
            </a:extLst>
          </p:cNvPr>
          <p:cNvSpPr/>
          <p:nvPr/>
        </p:nvSpPr>
        <p:spPr>
          <a:xfrm>
            <a:off x="433838" y="16650282"/>
            <a:ext cx="1960311" cy="695910"/>
          </a:xfrm>
          <a:custGeom>
            <a:avLst/>
            <a:gdLst/>
            <a:ahLst/>
            <a:cxnLst/>
            <a:rect l="l" t="t" r="r" b="b"/>
            <a:pathLst>
              <a:path w="1960311" h="695910">
                <a:moveTo>
                  <a:pt x="0" y="0"/>
                </a:moveTo>
                <a:lnTo>
                  <a:pt x="1960311" y="0"/>
                </a:lnTo>
                <a:lnTo>
                  <a:pt x="1960311" y="695910"/>
                </a:lnTo>
                <a:lnTo>
                  <a:pt x="0" y="69591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83D57A1A-B6D7-452B-E372-4EAEA964AF49}"/>
              </a:ext>
            </a:extLst>
          </p:cNvPr>
          <p:cNvSpPr/>
          <p:nvPr/>
        </p:nvSpPr>
        <p:spPr>
          <a:xfrm>
            <a:off x="594222" y="770964"/>
            <a:ext cx="868955" cy="868955"/>
          </a:xfrm>
          <a:custGeom>
            <a:avLst/>
            <a:gdLst/>
            <a:ahLst/>
            <a:cxnLst/>
            <a:rect l="l" t="t" r="r" b="b"/>
            <a:pathLst>
              <a:path w="868955" h="868955">
                <a:moveTo>
                  <a:pt x="0" y="0"/>
                </a:moveTo>
                <a:lnTo>
                  <a:pt x="868956" y="0"/>
                </a:lnTo>
                <a:lnTo>
                  <a:pt x="868956" y="868955"/>
                </a:lnTo>
                <a:lnTo>
                  <a:pt x="0" y="8689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0D47A472-F91D-5E17-495E-EF0EAB82F9B8}"/>
              </a:ext>
            </a:extLst>
          </p:cNvPr>
          <p:cNvSpPr/>
          <p:nvPr/>
        </p:nvSpPr>
        <p:spPr>
          <a:xfrm>
            <a:off x="8888192" y="899704"/>
            <a:ext cx="740216" cy="740216"/>
          </a:xfrm>
          <a:custGeom>
            <a:avLst/>
            <a:gdLst/>
            <a:ahLst/>
            <a:cxnLst/>
            <a:rect l="l" t="t" r="r" b="b"/>
            <a:pathLst>
              <a:path w="740216" h="740216">
                <a:moveTo>
                  <a:pt x="0" y="0"/>
                </a:moveTo>
                <a:lnTo>
                  <a:pt x="740216" y="0"/>
                </a:lnTo>
                <a:lnTo>
                  <a:pt x="740216" y="740215"/>
                </a:lnTo>
                <a:lnTo>
                  <a:pt x="0" y="74021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0EC9169-E3A5-8036-D18B-EC788118DCDB}"/>
              </a:ext>
            </a:extLst>
          </p:cNvPr>
          <p:cNvGrpSpPr/>
          <p:nvPr/>
        </p:nvGrpSpPr>
        <p:grpSpPr>
          <a:xfrm>
            <a:off x="3168992" y="6521419"/>
            <a:ext cx="4347173" cy="2977361"/>
            <a:chOff x="0" y="59170"/>
            <a:chExt cx="5796231" cy="3969814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7ECBB6E1-3F17-46E5-A3C6-8FD39FD98872}"/>
                </a:ext>
              </a:extLst>
            </p:cNvPr>
            <p:cNvSpPr/>
            <p:nvPr/>
          </p:nvSpPr>
          <p:spPr>
            <a:xfrm>
              <a:off x="0" y="59170"/>
              <a:ext cx="5796231" cy="3969814"/>
            </a:xfrm>
            <a:custGeom>
              <a:avLst/>
              <a:gdLst/>
              <a:ahLst/>
              <a:cxnLst/>
              <a:rect l="l" t="t" r="r" b="b"/>
              <a:pathLst>
                <a:path w="5796231" h="3969814">
                  <a:moveTo>
                    <a:pt x="0" y="0"/>
                  </a:moveTo>
                  <a:lnTo>
                    <a:pt x="5796231" y="0"/>
                  </a:lnTo>
                  <a:lnTo>
                    <a:pt x="5796231" y="3969814"/>
                  </a:lnTo>
                  <a:lnTo>
                    <a:pt x="0" y="3969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D024F2AD-AA2D-F49E-ED4B-3739F404997E}"/>
                </a:ext>
              </a:extLst>
            </p:cNvPr>
            <p:cNvSpPr/>
            <p:nvPr/>
          </p:nvSpPr>
          <p:spPr>
            <a:xfrm>
              <a:off x="2173587" y="557283"/>
              <a:ext cx="1207548" cy="1252831"/>
            </a:xfrm>
            <a:custGeom>
              <a:avLst/>
              <a:gdLst/>
              <a:ahLst/>
              <a:cxnLst/>
              <a:rect l="l" t="t" r="r" b="b"/>
              <a:pathLst>
                <a:path w="1207548" h="1252831">
                  <a:moveTo>
                    <a:pt x="0" y="0"/>
                  </a:moveTo>
                  <a:lnTo>
                    <a:pt x="1207548" y="0"/>
                  </a:lnTo>
                  <a:lnTo>
                    <a:pt x="1207548" y="1252832"/>
                  </a:lnTo>
                  <a:lnTo>
                    <a:pt x="0" y="1252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83BD7BA8-CEFC-DB41-19A9-B9267009D3ED}"/>
                </a:ext>
              </a:extLst>
            </p:cNvPr>
            <p:cNvSpPr txBox="1"/>
            <p:nvPr/>
          </p:nvSpPr>
          <p:spPr>
            <a:xfrm>
              <a:off x="2654674" y="947245"/>
              <a:ext cx="486883" cy="4793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35"/>
                </a:lnSpc>
              </a:pPr>
              <a:r>
                <a:rPr lang="en-US" sz="2635" b="1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X</a:t>
              </a:r>
            </a:p>
          </p:txBody>
        </p:sp>
        <p:sp>
          <p:nvSpPr>
            <p:cNvPr id="32" name="TextBox 32">
              <a:extLst>
                <a:ext uri="{FF2B5EF4-FFF2-40B4-BE49-F238E27FC236}">
                  <a16:creationId xmlns:a16="http://schemas.microsoft.com/office/drawing/2014/main" id="{49634133-6370-6687-F26B-A6F71B839630}"/>
                </a:ext>
              </a:extLst>
            </p:cNvPr>
            <p:cNvSpPr txBox="1"/>
            <p:nvPr/>
          </p:nvSpPr>
          <p:spPr>
            <a:xfrm>
              <a:off x="1425873" y="1959845"/>
              <a:ext cx="2944486" cy="376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50"/>
                </a:lnSpc>
              </a:pPr>
              <a:r>
                <a:rPr lang="en-US" sz="2150" b="1">
                  <a:solidFill>
                    <a:schemeClr val="bg1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PILIH </a:t>
              </a:r>
              <a:r>
                <a:rPr lang="en-US" sz="2150" b="1">
                  <a:solidFill>
                    <a:schemeClr val="bg1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  <a:hlinkClick r:id="rId18" action="ppaction://hlinksldjump">
                    <a:snd r:embed="rId10" name="click.wav"/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JENJANG</a:t>
              </a:r>
              <a:endParaRPr lang="en-US" sz="2150" b="1">
                <a:solidFill>
                  <a:schemeClr val="bg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endParaRPr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D8875A70-B266-5907-0699-BE344F99DD08}"/>
                </a:ext>
              </a:extLst>
            </p:cNvPr>
            <p:cNvSpPr txBox="1"/>
            <p:nvPr/>
          </p:nvSpPr>
          <p:spPr>
            <a:xfrm>
              <a:off x="1462238" y="66675"/>
              <a:ext cx="2871755" cy="8027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28"/>
                </a:lnSpc>
              </a:pPr>
              <a:r>
                <a:rPr lang="en-US" sz="3328" b="1">
                  <a:solidFill>
                    <a:srgbClr val="FFBD59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KELAS 10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129394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FD24E-6B3D-AD63-2EFD-59F109802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57D1C1D-528A-D993-ECD9-796246F0DD95}"/>
              </a:ext>
            </a:extLst>
          </p:cNvPr>
          <p:cNvSpPr/>
          <p:nvPr/>
        </p:nvSpPr>
        <p:spPr>
          <a:xfrm>
            <a:off x="-451485" y="0"/>
            <a:ext cx="11291551" cy="18454015"/>
          </a:xfrm>
          <a:custGeom>
            <a:avLst/>
            <a:gdLst/>
            <a:ahLst/>
            <a:cxnLst/>
            <a:rect l="l" t="t" r="r" b="b"/>
            <a:pathLst>
              <a:path w="11291551" h="18454015">
                <a:moveTo>
                  <a:pt x="0" y="0"/>
                </a:moveTo>
                <a:lnTo>
                  <a:pt x="11291551" y="0"/>
                </a:lnTo>
                <a:lnTo>
                  <a:pt x="11291551" y="18454015"/>
                </a:lnTo>
                <a:lnTo>
                  <a:pt x="0" y="184540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252FDE6-9A2D-84D5-282A-B1EC6E805470}"/>
              </a:ext>
            </a:extLst>
          </p:cNvPr>
          <p:cNvGrpSpPr/>
          <p:nvPr/>
        </p:nvGrpSpPr>
        <p:grpSpPr>
          <a:xfrm>
            <a:off x="1742760" y="848637"/>
            <a:ext cx="6971038" cy="4232374"/>
            <a:chOff x="0" y="0"/>
            <a:chExt cx="9294718" cy="564316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C8C5C9A-9529-D337-7E0B-95C89775D9D5}"/>
                </a:ext>
              </a:extLst>
            </p:cNvPr>
            <p:cNvSpPr/>
            <p:nvPr/>
          </p:nvSpPr>
          <p:spPr>
            <a:xfrm>
              <a:off x="0" y="0"/>
              <a:ext cx="9294718" cy="4483975"/>
            </a:xfrm>
            <a:custGeom>
              <a:avLst/>
              <a:gdLst/>
              <a:ahLst/>
              <a:cxnLst/>
              <a:rect l="l" t="t" r="r" b="b"/>
              <a:pathLst>
                <a:path w="9294718" h="4483975">
                  <a:moveTo>
                    <a:pt x="0" y="0"/>
                  </a:moveTo>
                  <a:lnTo>
                    <a:pt x="9294718" y="0"/>
                  </a:lnTo>
                  <a:lnTo>
                    <a:pt x="9294718" y="4483975"/>
                  </a:lnTo>
                  <a:lnTo>
                    <a:pt x="0" y="4483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843A362-CE7C-DA91-A309-7D189510332C}"/>
                </a:ext>
              </a:extLst>
            </p:cNvPr>
            <p:cNvSpPr txBox="1"/>
            <p:nvPr/>
          </p:nvSpPr>
          <p:spPr>
            <a:xfrm>
              <a:off x="2221438" y="839913"/>
              <a:ext cx="5019148" cy="20530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20"/>
                </a:lnSpc>
              </a:pPr>
              <a:r>
                <a:rPr lang="en-US" sz="9300" b="1">
                  <a:solidFill>
                    <a:srgbClr val="38B6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MATH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27111DC-E849-9221-2F10-A1ABA2A8E416}"/>
                </a:ext>
              </a:extLst>
            </p:cNvPr>
            <p:cNvSpPr txBox="1"/>
            <p:nvPr/>
          </p:nvSpPr>
          <p:spPr>
            <a:xfrm>
              <a:off x="1817117" y="2288727"/>
              <a:ext cx="5660483" cy="20530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20"/>
                </a:lnSpc>
              </a:pPr>
              <a:r>
                <a:rPr lang="en-US" sz="9300" b="1">
                  <a:solidFill>
                    <a:srgbClr val="FFBD59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QUEST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D7EEECF-DFBC-E012-A7CD-1225F28FA599}"/>
                </a:ext>
              </a:extLst>
            </p:cNvPr>
            <p:cNvSpPr txBox="1"/>
            <p:nvPr/>
          </p:nvSpPr>
          <p:spPr>
            <a:xfrm>
              <a:off x="1391961" y="4094163"/>
              <a:ext cx="7221996" cy="15490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69"/>
                </a:lnSpc>
              </a:pPr>
              <a:r>
                <a:rPr lang="en-US" sz="6978">
                  <a:solidFill>
                    <a:srgbClr val="FFBD59"/>
                  </a:solidFill>
                  <a:latin typeface="Brusher"/>
                  <a:ea typeface="Brusher"/>
                  <a:cs typeface="Brusher"/>
                  <a:sym typeface="Brusher"/>
                </a:rPr>
                <a:t>Ayo Taklukkan!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616C8ED-FDD7-2363-23FF-291EBC49E69A}"/>
              </a:ext>
            </a:extLst>
          </p:cNvPr>
          <p:cNvGrpSpPr/>
          <p:nvPr/>
        </p:nvGrpSpPr>
        <p:grpSpPr>
          <a:xfrm>
            <a:off x="3485519" y="5168365"/>
            <a:ext cx="3485519" cy="898610"/>
            <a:chOff x="0" y="0"/>
            <a:chExt cx="4647359" cy="1198147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716CBF2-431F-859F-8AB3-457C71F97FAB}"/>
                </a:ext>
              </a:extLst>
            </p:cNvPr>
            <p:cNvSpPr/>
            <p:nvPr/>
          </p:nvSpPr>
          <p:spPr>
            <a:xfrm>
              <a:off x="0" y="0"/>
              <a:ext cx="4647359" cy="1198147"/>
            </a:xfrm>
            <a:custGeom>
              <a:avLst/>
              <a:gdLst/>
              <a:ahLst/>
              <a:cxnLst/>
              <a:rect l="l" t="t" r="r" b="b"/>
              <a:pathLst>
                <a:path w="4647359" h="1198147">
                  <a:moveTo>
                    <a:pt x="0" y="0"/>
                  </a:moveTo>
                  <a:lnTo>
                    <a:pt x="4647359" y="0"/>
                  </a:lnTo>
                  <a:lnTo>
                    <a:pt x="4647359" y="1198147"/>
                  </a:lnTo>
                  <a:lnTo>
                    <a:pt x="0" y="11981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CAE302F7-FF7B-2242-9418-D330119E8CBD}"/>
                </a:ext>
              </a:extLst>
            </p:cNvPr>
            <p:cNvSpPr txBox="1"/>
            <p:nvPr/>
          </p:nvSpPr>
          <p:spPr>
            <a:xfrm>
              <a:off x="511209" y="432228"/>
              <a:ext cx="3624940" cy="5900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10"/>
                </a:lnSpc>
              </a:pPr>
              <a:r>
                <a:rPr lang="en-US" sz="3310" b="1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SMA/MA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1153075B-F329-5A95-2BF0-D2384C0AB8A2}"/>
              </a:ext>
            </a:extLst>
          </p:cNvPr>
          <p:cNvGrpSpPr/>
          <p:nvPr/>
        </p:nvGrpSpPr>
        <p:grpSpPr>
          <a:xfrm>
            <a:off x="3188042" y="9919639"/>
            <a:ext cx="4347173" cy="2977361"/>
            <a:chOff x="0" y="59170"/>
            <a:chExt cx="5796231" cy="3969814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9798E97-AA3E-8098-A228-B5AAE50144DF}"/>
                </a:ext>
              </a:extLst>
            </p:cNvPr>
            <p:cNvSpPr/>
            <p:nvPr/>
          </p:nvSpPr>
          <p:spPr>
            <a:xfrm>
              <a:off x="0" y="59170"/>
              <a:ext cx="5796231" cy="3969814"/>
            </a:xfrm>
            <a:custGeom>
              <a:avLst/>
              <a:gdLst/>
              <a:ahLst/>
              <a:cxnLst/>
              <a:rect l="l" t="t" r="r" b="b"/>
              <a:pathLst>
                <a:path w="5796231" h="3969814">
                  <a:moveTo>
                    <a:pt x="0" y="0"/>
                  </a:moveTo>
                  <a:lnTo>
                    <a:pt x="5796231" y="0"/>
                  </a:lnTo>
                  <a:lnTo>
                    <a:pt x="5796231" y="3969814"/>
                  </a:lnTo>
                  <a:lnTo>
                    <a:pt x="0" y="3969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F7C9DE3A-0627-A838-4170-F5213CF5C6E9}"/>
                </a:ext>
              </a:extLst>
            </p:cNvPr>
            <p:cNvSpPr/>
            <p:nvPr/>
          </p:nvSpPr>
          <p:spPr>
            <a:xfrm>
              <a:off x="2173587" y="557283"/>
              <a:ext cx="1207548" cy="1252831"/>
            </a:xfrm>
            <a:custGeom>
              <a:avLst/>
              <a:gdLst/>
              <a:ahLst/>
              <a:cxnLst/>
              <a:rect l="l" t="t" r="r" b="b"/>
              <a:pathLst>
                <a:path w="1207548" h="1252831">
                  <a:moveTo>
                    <a:pt x="0" y="0"/>
                  </a:moveTo>
                  <a:lnTo>
                    <a:pt x="1207548" y="0"/>
                  </a:lnTo>
                  <a:lnTo>
                    <a:pt x="1207548" y="1252832"/>
                  </a:lnTo>
                  <a:lnTo>
                    <a:pt x="0" y="1252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EEA5263E-3F3D-AF63-6373-8D52669B8880}"/>
                </a:ext>
              </a:extLst>
            </p:cNvPr>
            <p:cNvSpPr txBox="1"/>
            <p:nvPr/>
          </p:nvSpPr>
          <p:spPr>
            <a:xfrm>
              <a:off x="2654674" y="947245"/>
              <a:ext cx="486883" cy="4793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35"/>
                </a:lnSpc>
              </a:pPr>
              <a:r>
                <a:rPr lang="en-US" sz="2635" b="1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XI</a:t>
              </a:r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0CBBDE1C-8A30-23B1-B89D-BD3E5F17AEE3}"/>
                </a:ext>
              </a:extLst>
            </p:cNvPr>
            <p:cNvSpPr txBox="1"/>
            <p:nvPr/>
          </p:nvSpPr>
          <p:spPr>
            <a:xfrm>
              <a:off x="1425873" y="1959845"/>
              <a:ext cx="2944486" cy="376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50"/>
                </a:lnSpc>
              </a:pPr>
              <a:r>
                <a:rPr lang="en-US" sz="2150" b="1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PILIH </a:t>
              </a:r>
              <a:r>
                <a:rPr lang="en-US" sz="2150" b="1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  <a:hlinkClick r:id="rId9" action="ppaction://hlinksldjump">
                    <a:snd r:embed="rId10" name="click.wav"/>
                  </a:hlinkClick>
                </a:rPr>
                <a:t>JENJANG</a:t>
              </a:r>
              <a:endParaRPr lang="en-US" sz="215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endParaRP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8D3E91FA-081B-F8E0-C0C1-8BFA79361B00}"/>
                </a:ext>
              </a:extLst>
            </p:cNvPr>
            <p:cNvSpPr txBox="1"/>
            <p:nvPr/>
          </p:nvSpPr>
          <p:spPr>
            <a:xfrm>
              <a:off x="1543709" y="66675"/>
              <a:ext cx="2708813" cy="7845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28"/>
                </a:lnSpc>
              </a:pPr>
              <a:r>
                <a:rPr lang="en-US" sz="3328" b="1">
                  <a:solidFill>
                    <a:srgbClr val="FFBD59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KELAS 11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7B834A22-705B-D54C-549A-F5FC88DCBE8B}"/>
              </a:ext>
            </a:extLst>
          </p:cNvPr>
          <p:cNvGrpSpPr/>
          <p:nvPr/>
        </p:nvGrpSpPr>
        <p:grpSpPr>
          <a:xfrm>
            <a:off x="3094960" y="13178232"/>
            <a:ext cx="4647638" cy="3376800"/>
            <a:chOff x="0" y="0"/>
            <a:chExt cx="6196851" cy="4502400"/>
          </a:xfrm>
        </p:grpSpPr>
        <p:sp>
          <p:nvSpPr>
            <p:cNvPr id="18" name="Freeform 18">
              <a:hlinkClick r:id="rId9" action="ppaction://hlinksldjump">
                <a:snd r:embed="rId10" name="click.wav"/>
              </a:hlinkClick>
              <a:extLst>
                <a:ext uri="{FF2B5EF4-FFF2-40B4-BE49-F238E27FC236}">
                  <a16:creationId xmlns:a16="http://schemas.microsoft.com/office/drawing/2014/main" id="{72B49F9A-3334-6464-735C-6C51D561EE39}"/>
                </a:ext>
              </a:extLst>
            </p:cNvPr>
            <p:cNvSpPr/>
            <p:nvPr/>
          </p:nvSpPr>
          <p:spPr>
            <a:xfrm>
              <a:off x="0" y="0"/>
              <a:ext cx="6196851" cy="4502400"/>
            </a:xfrm>
            <a:custGeom>
              <a:avLst/>
              <a:gdLst/>
              <a:ahLst/>
              <a:cxnLst/>
              <a:rect l="l" t="t" r="r" b="b"/>
              <a:pathLst>
                <a:path w="6196851" h="4502400">
                  <a:moveTo>
                    <a:pt x="0" y="0"/>
                  </a:moveTo>
                  <a:lnTo>
                    <a:pt x="6196851" y="0"/>
                  </a:lnTo>
                  <a:lnTo>
                    <a:pt x="6196851" y="4502400"/>
                  </a:lnTo>
                  <a:lnTo>
                    <a:pt x="0" y="450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7FDEE467-6BE4-9AF3-5F13-BD5791EC3079}"/>
                </a:ext>
              </a:extLst>
            </p:cNvPr>
            <p:cNvSpPr/>
            <p:nvPr/>
          </p:nvSpPr>
          <p:spPr>
            <a:xfrm>
              <a:off x="2323819" y="1048946"/>
              <a:ext cx="1291011" cy="1339424"/>
            </a:xfrm>
            <a:custGeom>
              <a:avLst/>
              <a:gdLst/>
              <a:ahLst/>
              <a:cxnLst/>
              <a:rect l="l" t="t" r="r" b="b"/>
              <a:pathLst>
                <a:path w="1291011" h="1339424">
                  <a:moveTo>
                    <a:pt x="0" y="0"/>
                  </a:moveTo>
                  <a:lnTo>
                    <a:pt x="1291011" y="0"/>
                  </a:lnTo>
                  <a:lnTo>
                    <a:pt x="1291011" y="1339424"/>
                  </a:lnTo>
                  <a:lnTo>
                    <a:pt x="0" y="13394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032F268C-958D-D17D-1298-19BDD0C1E775}"/>
                </a:ext>
              </a:extLst>
            </p:cNvPr>
            <p:cNvSpPr txBox="1"/>
            <p:nvPr/>
          </p:nvSpPr>
          <p:spPr>
            <a:xfrm>
              <a:off x="1524425" y="2443539"/>
              <a:ext cx="3148000" cy="417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99"/>
                </a:lnSpc>
              </a:pPr>
              <a:r>
                <a:rPr lang="en-US" sz="2299" b="1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PILIH JENJANG</a:t>
              </a:r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D88D69D2-FCBC-F052-A886-DD403B499984}"/>
                </a:ext>
              </a:extLst>
            </p:cNvPr>
            <p:cNvSpPr txBox="1"/>
            <p:nvPr/>
          </p:nvSpPr>
          <p:spPr>
            <a:xfrm>
              <a:off x="2776189" y="1361105"/>
              <a:ext cx="644473" cy="4951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3"/>
                </a:lnSpc>
              </a:pPr>
              <a:r>
                <a:rPr lang="en-US" sz="2683" b="1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XII</a:t>
              </a: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969D387-6D06-10DD-88D6-8DB5856687F0}"/>
                </a:ext>
              </a:extLst>
            </p:cNvPr>
            <p:cNvSpPr txBox="1"/>
            <p:nvPr/>
          </p:nvSpPr>
          <p:spPr>
            <a:xfrm>
              <a:off x="1591991" y="363607"/>
              <a:ext cx="3012870" cy="8564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558"/>
                </a:lnSpc>
              </a:pPr>
              <a:r>
                <a:rPr lang="en-US" sz="3558" b="1">
                  <a:solidFill>
                    <a:srgbClr val="FFBD59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KELAS 12</a:t>
              </a:r>
            </a:p>
          </p:txBody>
        </p:sp>
      </p:grpSp>
      <p:sp>
        <p:nvSpPr>
          <p:cNvPr id="24" name="Freeform 24">
            <a:hlinkClick r:id="rId13" action="ppaction://hlinksldjump">
              <a:snd r:embed="rId10" name="click.wav"/>
            </a:hlinkClick>
            <a:extLst>
              <a:ext uri="{FF2B5EF4-FFF2-40B4-BE49-F238E27FC236}">
                <a16:creationId xmlns:a16="http://schemas.microsoft.com/office/drawing/2014/main" id="{3826AB85-9ACF-DD0E-695F-4D520B65AD63}"/>
              </a:ext>
            </a:extLst>
          </p:cNvPr>
          <p:cNvSpPr/>
          <p:nvPr/>
        </p:nvSpPr>
        <p:spPr>
          <a:xfrm>
            <a:off x="433838" y="16650282"/>
            <a:ext cx="1960311" cy="695910"/>
          </a:xfrm>
          <a:custGeom>
            <a:avLst/>
            <a:gdLst/>
            <a:ahLst/>
            <a:cxnLst/>
            <a:rect l="l" t="t" r="r" b="b"/>
            <a:pathLst>
              <a:path w="1960311" h="695910">
                <a:moveTo>
                  <a:pt x="0" y="0"/>
                </a:moveTo>
                <a:lnTo>
                  <a:pt x="1960311" y="0"/>
                </a:lnTo>
                <a:lnTo>
                  <a:pt x="1960311" y="695910"/>
                </a:lnTo>
                <a:lnTo>
                  <a:pt x="0" y="69591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D8AABC86-14A7-2E05-BBA5-E03D3A67E2CC}"/>
              </a:ext>
            </a:extLst>
          </p:cNvPr>
          <p:cNvSpPr/>
          <p:nvPr/>
        </p:nvSpPr>
        <p:spPr>
          <a:xfrm>
            <a:off x="594222" y="770964"/>
            <a:ext cx="868955" cy="868955"/>
          </a:xfrm>
          <a:custGeom>
            <a:avLst/>
            <a:gdLst/>
            <a:ahLst/>
            <a:cxnLst/>
            <a:rect l="l" t="t" r="r" b="b"/>
            <a:pathLst>
              <a:path w="868955" h="868955">
                <a:moveTo>
                  <a:pt x="0" y="0"/>
                </a:moveTo>
                <a:lnTo>
                  <a:pt x="868956" y="0"/>
                </a:lnTo>
                <a:lnTo>
                  <a:pt x="868956" y="868955"/>
                </a:lnTo>
                <a:lnTo>
                  <a:pt x="0" y="8689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866FDA1B-A30F-EEAE-5EEB-796D5C8B0732}"/>
              </a:ext>
            </a:extLst>
          </p:cNvPr>
          <p:cNvSpPr/>
          <p:nvPr/>
        </p:nvSpPr>
        <p:spPr>
          <a:xfrm>
            <a:off x="8888192" y="899704"/>
            <a:ext cx="740216" cy="740216"/>
          </a:xfrm>
          <a:custGeom>
            <a:avLst/>
            <a:gdLst/>
            <a:ahLst/>
            <a:cxnLst/>
            <a:rect l="l" t="t" r="r" b="b"/>
            <a:pathLst>
              <a:path w="740216" h="740216">
                <a:moveTo>
                  <a:pt x="0" y="0"/>
                </a:moveTo>
                <a:lnTo>
                  <a:pt x="740216" y="0"/>
                </a:lnTo>
                <a:lnTo>
                  <a:pt x="740216" y="740215"/>
                </a:lnTo>
                <a:lnTo>
                  <a:pt x="0" y="74021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79AB74-73CA-9922-2E77-E35EB8557E6A}"/>
              </a:ext>
            </a:extLst>
          </p:cNvPr>
          <p:cNvGrpSpPr/>
          <p:nvPr/>
        </p:nvGrpSpPr>
        <p:grpSpPr>
          <a:xfrm>
            <a:off x="3168992" y="6521419"/>
            <a:ext cx="4347173" cy="2977361"/>
            <a:chOff x="0" y="59170"/>
            <a:chExt cx="5796231" cy="3969814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C30E060-1B21-652C-E878-C2573AF17FC4}"/>
                </a:ext>
              </a:extLst>
            </p:cNvPr>
            <p:cNvSpPr/>
            <p:nvPr/>
          </p:nvSpPr>
          <p:spPr>
            <a:xfrm>
              <a:off x="0" y="59170"/>
              <a:ext cx="5796231" cy="3969814"/>
            </a:xfrm>
            <a:custGeom>
              <a:avLst/>
              <a:gdLst/>
              <a:ahLst/>
              <a:cxnLst/>
              <a:rect l="l" t="t" r="r" b="b"/>
              <a:pathLst>
                <a:path w="5796231" h="3969814">
                  <a:moveTo>
                    <a:pt x="0" y="0"/>
                  </a:moveTo>
                  <a:lnTo>
                    <a:pt x="5796231" y="0"/>
                  </a:lnTo>
                  <a:lnTo>
                    <a:pt x="5796231" y="3969814"/>
                  </a:lnTo>
                  <a:lnTo>
                    <a:pt x="0" y="3969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C551874C-9675-728D-9075-7D6D8E46F7BF}"/>
                </a:ext>
              </a:extLst>
            </p:cNvPr>
            <p:cNvSpPr/>
            <p:nvPr/>
          </p:nvSpPr>
          <p:spPr>
            <a:xfrm>
              <a:off x="2173587" y="557283"/>
              <a:ext cx="1207548" cy="1252831"/>
            </a:xfrm>
            <a:custGeom>
              <a:avLst/>
              <a:gdLst/>
              <a:ahLst/>
              <a:cxnLst/>
              <a:rect l="l" t="t" r="r" b="b"/>
              <a:pathLst>
                <a:path w="1207548" h="1252831">
                  <a:moveTo>
                    <a:pt x="0" y="0"/>
                  </a:moveTo>
                  <a:lnTo>
                    <a:pt x="1207548" y="0"/>
                  </a:lnTo>
                  <a:lnTo>
                    <a:pt x="1207548" y="1252832"/>
                  </a:lnTo>
                  <a:lnTo>
                    <a:pt x="0" y="1252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9CEFC36A-5D10-2C99-C6CA-FD039BBC1968}"/>
                </a:ext>
              </a:extLst>
            </p:cNvPr>
            <p:cNvSpPr txBox="1"/>
            <p:nvPr/>
          </p:nvSpPr>
          <p:spPr>
            <a:xfrm>
              <a:off x="2654674" y="947245"/>
              <a:ext cx="486883" cy="4793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35"/>
                </a:lnSpc>
              </a:pPr>
              <a:r>
                <a:rPr lang="en-US" sz="2635" b="1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X</a:t>
              </a:r>
            </a:p>
          </p:txBody>
        </p:sp>
        <p:sp>
          <p:nvSpPr>
            <p:cNvPr id="32" name="TextBox 32">
              <a:extLst>
                <a:ext uri="{FF2B5EF4-FFF2-40B4-BE49-F238E27FC236}">
                  <a16:creationId xmlns:a16="http://schemas.microsoft.com/office/drawing/2014/main" id="{3EB42C09-0741-18EB-0666-31E13F276303}"/>
                </a:ext>
              </a:extLst>
            </p:cNvPr>
            <p:cNvSpPr txBox="1"/>
            <p:nvPr/>
          </p:nvSpPr>
          <p:spPr>
            <a:xfrm>
              <a:off x="1425873" y="1959845"/>
              <a:ext cx="2944486" cy="376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50"/>
                </a:lnSpc>
              </a:pPr>
              <a:r>
                <a:rPr lang="en-US" sz="2150" b="1">
                  <a:solidFill>
                    <a:schemeClr val="bg1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PILIH </a:t>
              </a:r>
              <a:r>
                <a:rPr lang="en-US" sz="2150" b="1">
                  <a:solidFill>
                    <a:schemeClr val="bg1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  <a:hlinkClick r:id="rId18" action="ppaction://hlinksldjump">
                    <a:snd r:embed="rId10" name="click.wav"/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JENJANG</a:t>
              </a:r>
              <a:endParaRPr lang="en-US" sz="2150" b="1">
                <a:solidFill>
                  <a:schemeClr val="bg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endParaRPr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BCEAC51-56A3-BBB9-251E-F0F0AD920CE7}"/>
                </a:ext>
              </a:extLst>
            </p:cNvPr>
            <p:cNvSpPr txBox="1"/>
            <p:nvPr/>
          </p:nvSpPr>
          <p:spPr>
            <a:xfrm>
              <a:off x="1462238" y="66675"/>
              <a:ext cx="2871755" cy="8027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28"/>
                </a:lnSpc>
              </a:pPr>
              <a:r>
                <a:rPr lang="en-US" sz="3328" b="1">
                  <a:solidFill>
                    <a:srgbClr val="FFBD59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KELAS 10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852549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1485" y="0"/>
            <a:ext cx="11570314" cy="18909604"/>
          </a:xfrm>
          <a:custGeom>
            <a:avLst/>
            <a:gdLst/>
            <a:ahLst/>
            <a:cxnLst/>
            <a:rect l="l" t="t" r="r" b="b"/>
            <a:pathLst>
              <a:path w="11570314" h="18909604">
                <a:moveTo>
                  <a:pt x="0" y="0"/>
                </a:moveTo>
                <a:lnTo>
                  <a:pt x="11570314" y="0"/>
                </a:lnTo>
                <a:lnTo>
                  <a:pt x="11570314" y="18909604"/>
                </a:lnTo>
                <a:lnTo>
                  <a:pt x="0" y="18909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32267" y="6629016"/>
            <a:ext cx="1767539" cy="2938393"/>
          </a:xfrm>
          <a:custGeom>
            <a:avLst/>
            <a:gdLst/>
            <a:ahLst/>
            <a:cxnLst/>
            <a:rect l="l" t="t" r="r" b="b"/>
            <a:pathLst>
              <a:path w="1767539" h="2938393">
                <a:moveTo>
                  <a:pt x="0" y="0"/>
                </a:moveTo>
                <a:lnTo>
                  <a:pt x="1767539" y="0"/>
                </a:lnTo>
                <a:lnTo>
                  <a:pt x="1767539" y="2938393"/>
                </a:lnTo>
                <a:lnTo>
                  <a:pt x="0" y="29383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230285" y="8339203"/>
            <a:ext cx="4355919" cy="2233601"/>
            <a:chOff x="0" y="0"/>
            <a:chExt cx="5807892" cy="2978135"/>
          </a:xfrm>
        </p:grpSpPr>
        <p:sp>
          <p:nvSpPr>
            <p:cNvPr id="5" name="Freeform 5"/>
            <p:cNvSpPr/>
            <p:nvPr/>
          </p:nvSpPr>
          <p:spPr>
            <a:xfrm>
              <a:off x="0" y="211967"/>
              <a:ext cx="5807892" cy="2766168"/>
            </a:xfrm>
            <a:custGeom>
              <a:avLst/>
              <a:gdLst/>
              <a:ahLst/>
              <a:cxnLst/>
              <a:rect l="l" t="t" r="r" b="b"/>
              <a:pathLst>
                <a:path w="5807892" h="2766168">
                  <a:moveTo>
                    <a:pt x="0" y="0"/>
                  </a:moveTo>
                  <a:lnTo>
                    <a:pt x="5807892" y="0"/>
                  </a:lnTo>
                  <a:lnTo>
                    <a:pt x="5807892" y="2766168"/>
                  </a:lnTo>
                  <a:lnTo>
                    <a:pt x="0" y="2766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625302" y="0"/>
              <a:ext cx="1451973" cy="1706333"/>
            </a:xfrm>
            <a:custGeom>
              <a:avLst/>
              <a:gdLst/>
              <a:ahLst/>
              <a:cxnLst/>
              <a:rect l="l" t="t" r="r" b="b"/>
              <a:pathLst>
                <a:path w="1451973" h="1706333">
                  <a:moveTo>
                    <a:pt x="0" y="0"/>
                  </a:moveTo>
                  <a:lnTo>
                    <a:pt x="1451973" y="0"/>
                  </a:lnTo>
                  <a:lnTo>
                    <a:pt x="1451973" y="1706333"/>
                  </a:lnTo>
                  <a:lnTo>
                    <a:pt x="0" y="1706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1138167" y="419490"/>
              <a:ext cx="427018" cy="1056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690"/>
                </a:lnSpc>
              </a:pPr>
              <a:r>
                <a:rPr lang="en-US" sz="4779">
                  <a:solidFill>
                    <a:srgbClr val="FFFFFF"/>
                  </a:solidFill>
                  <a:latin typeface="Lilita One"/>
                  <a:ea typeface="Lilita One"/>
                  <a:cs typeface="Lilita One"/>
                  <a:sym typeface="Lilita One"/>
                </a:rPr>
                <a:t>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11370" y="903343"/>
              <a:ext cx="2164881" cy="5460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4"/>
                </a:lnSpc>
              </a:pPr>
              <a:r>
                <a:rPr lang="en-US" sz="2495">
                  <a:solidFill>
                    <a:srgbClr val="6B3A24"/>
                  </a:solidFill>
                  <a:latin typeface="Lilita One"/>
                  <a:ea typeface="Lilita One"/>
                  <a:cs typeface="Lilita One"/>
                  <a:sym typeface="Lilita One"/>
                </a:rPr>
                <a:t>MENENGAH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19220" y="1718388"/>
              <a:ext cx="1390291" cy="4239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89"/>
                </a:lnSpc>
              </a:pPr>
              <a:r>
                <a:rPr lang="en-US" sz="1189">
                  <a:solidFill>
                    <a:srgbClr val="6B3A24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Tingkatkan pemahamanmu!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4345321" y="1483768"/>
              <a:ext cx="1049236" cy="858466"/>
            </a:xfrm>
            <a:custGeom>
              <a:avLst/>
              <a:gdLst/>
              <a:ahLst/>
              <a:cxnLst/>
              <a:rect l="l" t="t" r="r" b="b"/>
              <a:pathLst>
                <a:path w="1049236" h="858466">
                  <a:moveTo>
                    <a:pt x="0" y="0"/>
                  </a:moveTo>
                  <a:lnTo>
                    <a:pt x="1049236" y="0"/>
                  </a:lnTo>
                  <a:lnTo>
                    <a:pt x="1049236" y="858466"/>
                  </a:lnTo>
                  <a:lnTo>
                    <a:pt x="0" y="858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3090588" y="10741776"/>
            <a:ext cx="4556378" cy="2258099"/>
            <a:chOff x="0" y="0"/>
            <a:chExt cx="6075170" cy="301079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075170" cy="3010799"/>
            </a:xfrm>
            <a:custGeom>
              <a:avLst/>
              <a:gdLst/>
              <a:ahLst/>
              <a:cxnLst/>
              <a:rect l="l" t="t" r="r" b="b"/>
              <a:pathLst>
                <a:path w="6075170" h="3010799">
                  <a:moveTo>
                    <a:pt x="0" y="0"/>
                  </a:moveTo>
                  <a:lnTo>
                    <a:pt x="6075170" y="0"/>
                  </a:lnTo>
                  <a:lnTo>
                    <a:pt x="6075170" y="3010799"/>
                  </a:lnTo>
                  <a:lnTo>
                    <a:pt x="0" y="3010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835738" y="0"/>
              <a:ext cx="1467898" cy="1510757"/>
            </a:xfrm>
            <a:custGeom>
              <a:avLst/>
              <a:gdLst/>
              <a:ahLst/>
              <a:cxnLst/>
              <a:rect l="l" t="t" r="r" b="b"/>
              <a:pathLst>
                <a:path w="1467898" h="1510757">
                  <a:moveTo>
                    <a:pt x="0" y="0"/>
                  </a:moveTo>
                  <a:lnTo>
                    <a:pt x="1467898" y="0"/>
                  </a:lnTo>
                  <a:lnTo>
                    <a:pt x="1467898" y="1510757"/>
                  </a:lnTo>
                  <a:lnTo>
                    <a:pt x="0" y="1510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1354227" y="292307"/>
              <a:ext cx="431701" cy="10768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64"/>
                </a:lnSpc>
              </a:pPr>
              <a:r>
                <a:rPr lang="en-US" sz="4831">
                  <a:solidFill>
                    <a:srgbClr val="FFFFFF"/>
                  </a:solidFill>
                  <a:latin typeface="Lilita One"/>
                  <a:ea typeface="Lilita One"/>
                  <a:cs typeface="Lilita One"/>
                  <a:sym typeface="Lilita One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86313" y="671207"/>
              <a:ext cx="2700081" cy="59554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836"/>
                </a:lnSpc>
              </a:pPr>
              <a:r>
                <a:rPr lang="en-US" sz="2740">
                  <a:solidFill>
                    <a:srgbClr val="1A3F64"/>
                  </a:solidFill>
                  <a:latin typeface="Lilita One"/>
                  <a:ea typeface="Lilita One"/>
                  <a:cs typeface="Lilita One"/>
                  <a:sym typeface="Lilita One"/>
                </a:rPr>
                <a:t>LANJUTAN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18421" y="1682228"/>
              <a:ext cx="2168546" cy="5785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46"/>
                </a:lnSpc>
              </a:pPr>
              <a:r>
                <a:rPr lang="en-US" sz="1455">
                  <a:solidFill>
                    <a:srgbClr val="1A3F64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Asah kemampuanmu lebih dalam!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4810849" y="1500042"/>
              <a:ext cx="1050029" cy="867881"/>
            </a:xfrm>
            <a:custGeom>
              <a:avLst/>
              <a:gdLst/>
              <a:ahLst/>
              <a:cxnLst/>
              <a:rect l="l" t="t" r="r" b="b"/>
              <a:pathLst>
                <a:path w="1050029" h="867881">
                  <a:moveTo>
                    <a:pt x="0" y="0"/>
                  </a:moveTo>
                  <a:lnTo>
                    <a:pt x="1050030" y="0"/>
                  </a:lnTo>
                  <a:lnTo>
                    <a:pt x="1050030" y="867882"/>
                  </a:lnTo>
                  <a:lnTo>
                    <a:pt x="0" y="867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3031885" y="12958193"/>
            <a:ext cx="5071357" cy="2523885"/>
            <a:chOff x="0" y="0"/>
            <a:chExt cx="6761810" cy="33651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761810" cy="3365180"/>
            </a:xfrm>
            <a:custGeom>
              <a:avLst/>
              <a:gdLst/>
              <a:ahLst/>
              <a:cxnLst/>
              <a:rect l="l" t="t" r="r" b="b"/>
              <a:pathLst>
                <a:path w="6761810" h="3365180">
                  <a:moveTo>
                    <a:pt x="0" y="0"/>
                  </a:moveTo>
                  <a:lnTo>
                    <a:pt x="6761810" y="0"/>
                  </a:lnTo>
                  <a:lnTo>
                    <a:pt x="6761810" y="3365180"/>
                  </a:lnTo>
                  <a:lnTo>
                    <a:pt x="0" y="3365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1027376" y="0"/>
              <a:ext cx="1436229" cy="1687832"/>
            </a:xfrm>
            <a:custGeom>
              <a:avLst/>
              <a:gdLst/>
              <a:ahLst/>
              <a:cxnLst/>
              <a:rect l="l" t="t" r="r" b="b"/>
              <a:pathLst>
                <a:path w="1436229" h="1687832">
                  <a:moveTo>
                    <a:pt x="0" y="0"/>
                  </a:moveTo>
                  <a:lnTo>
                    <a:pt x="1436229" y="0"/>
                  </a:lnTo>
                  <a:lnTo>
                    <a:pt x="1436229" y="1687832"/>
                  </a:lnTo>
                  <a:lnTo>
                    <a:pt x="0" y="1687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1573971" y="443172"/>
              <a:ext cx="471503" cy="1055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618"/>
                </a:lnSpc>
              </a:pPr>
              <a:r>
                <a:rPr lang="en-US" sz="4727">
                  <a:solidFill>
                    <a:srgbClr val="FFFFFF"/>
                  </a:solidFill>
                  <a:latin typeface="Lilita One"/>
                  <a:ea typeface="Lilita One"/>
                  <a:cs typeface="Lilita One"/>
                  <a:sym typeface="Lilita One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44675" y="952079"/>
              <a:ext cx="2514680" cy="631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97"/>
                </a:lnSpc>
              </a:pPr>
              <a:r>
                <a:rPr lang="en-US" sz="2855">
                  <a:solidFill>
                    <a:srgbClr val="FFFFFF"/>
                  </a:solidFill>
                  <a:latin typeface="Lilita One"/>
                  <a:ea typeface="Lilita One"/>
                  <a:cs typeface="Lilita One"/>
                  <a:sym typeface="Lilita One"/>
                </a:rPr>
                <a:t>FINAL BOSS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80426" y="1985148"/>
              <a:ext cx="1984240" cy="507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98"/>
                </a:lnSpc>
              </a:pPr>
              <a:r>
                <a:rPr lang="en-US" sz="1362">
                  <a:solidFill>
                    <a:srgbClr val="FFFFFF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Tantangan terakhir! Buktikan kamu bisa!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5115912" y="1887017"/>
              <a:ext cx="828191" cy="849157"/>
            </a:xfrm>
            <a:custGeom>
              <a:avLst/>
              <a:gdLst/>
              <a:ahLst/>
              <a:cxnLst/>
              <a:rect l="l" t="t" r="r" b="b"/>
              <a:pathLst>
                <a:path w="828191" h="849157">
                  <a:moveTo>
                    <a:pt x="0" y="0"/>
                  </a:moveTo>
                  <a:lnTo>
                    <a:pt x="828190" y="0"/>
                  </a:lnTo>
                  <a:lnTo>
                    <a:pt x="828190" y="849157"/>
                  </a:lnTo>
                  <a:lnTo>
                    <a:pt x="0" y="849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817707" y="1467680"/>
              <a:ext cx="1645898" cy="1478163"/>
            </a:xfrm>
            <a:custGeom>
              <a:avLst/>
              <a:gdLst/>
              <a:ahLst/>
              <a:cxnLst/>
              <a:rect l="l" t="t" r="r" b="b"/>
              <a:pathLst>
                <a:path w="1645898" h="1478163">
                  <a:moveTo>
                    <a:pt x="0" y="0"/>
                  </a:moveTo>
                  <a:lnTo>
                    <a:pt x="1645898" y="0"/>
                  </a:lnTo>
                  <a:lnTo>
                    <a:pt x="1645898" y="1478163"/>
                  </a:lnTo>
                  <a:lnTo>
                    <a:pt x="0" y="1478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sp>
        <p:nvSpPr>
          <p:cNvPr id="26" name="Freeform 26"/>
          <p:cNvSpPr/>
          <p:nvPr/>
        </p:nvSpPr>
        <p:spPr>
          <a:xfrm>
            <a:off x="9071337" y="12708450"/>
            <a:ext cx="1328469" cy="5854269"/>
          </a:xfrm>
          <a:custGeom>
            <a:avLst/>
            <a:gdLst/>
            <a:ahLst/>
            <a:cxnLst/>
            <a:rect l="l" t="t" r="r" b="b"/>
            <a:pathLst>
              <a:path w="1328469" h="5854269">
                <a:moveTo>
                  <a:pt x="0" y="0"/>
                </a:moveTo>
                <a:lnTo>
                  <a:pt x="1328469" y="0"/>
                </a:lnTo>
                <a:lnTo>
                  <a:pt x="1328469" y="5854269"/>
                </a:lnTo>
                <a:lnTo>
                  <a:pt x="0" y="58542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1773424" y="614853"/>
            <a:ext cx="6971038" cy="5024403"/>
            <a:chOff x="0" y="0"/>
            <a:chExt cx="9294718" cy="6699205"/>
          </a:xfrm>
        </p:grpSpPr>
        <p:sp>
          <p:nvSpPr>
            <p:cNvPr id="28" name="Freeform 28"/>
            <p:cNvSpPr/>
            <p:nvPr/>
          </p:nvSpPr>
          <p:spPr>
            <a:xfrm rot="332390">
              <a:off x="1792151" y="4603093"/>
              <a:ext cx="5884291" cy="1816325"/>
            </a:xfrm>
            <a:custGeom>
              <a:avLst/>
              <a:gdLst/>
              <a:ahLst/>
              <a:cxnLst/>
              <a:rect l="l" t="t" r="r" b="b"/>
              <a:pathLst>
                <a:path w="5884291" h="1816325">
                  <a:moveTo>
                    <a:pt x="0" y="0"/>
                  </a:moveTo>
                  <a:lnTo>
                    <a:pt x="5884291" y="0"/>
                  </a:lnTo>
                  <a:lnTo>
                    <a:pt x="5884291" y="1816324"/>
                  </a:lnTo>
                  <a:lnTo>
                    <a:pt x="0" y="18163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 rot="-99609">
              <a:off x="2390026" y="5005662"/>
              <a:ext cx="4866579" cy="6131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4"/>
                </a:lnSpc>
              </a:pPr>
              <a:r>
                <a:rPr lang="en-US" sz="2803">
                  <a:solidFill>
                    <a:srgbClr val="6B3A24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Kelas X: Level Tantangan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0"/>
              <a:ext cx="9294718" cy="4483975"/>
            </a:xfrm>
            <a:custGeom>
              <a:avLst/>
              <a:gdLst/>
              <a:ahLst/>
              <a:cxnLst/>
              <a:rect l="l" t="t" r="r" b="b"/>
              <a:pathLst>
                <a:path w="9294718" h="4483975">
                  <a:moveTo>
                    <a:pt x="0" y="0"/>
                  </a:moveTo>
                  <a:lnTo>
                    <a:pt x="9294718" y="0"/>
                  </a:lnTo>
                  <a:lnTo>
                    <a:pt x="9294718" y="4483975"/>
                  </a:lnTo>
                  <a:lnTo>
                    <a:pt x="0" y="4483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2221438" y="839913"/>
              <a:ext cx="5019148" cy="20530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20"/>
                </a:lnSpc>
              </a:pPr>
              <a:r>
                <a:rPr lang="en-US" sz="9300" b="1">
                  <a:solidFill>
                    <a:srgbClr val="38B6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MATH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817117" y="2288727"/>
              <a:ext cx="5660483" cy="20530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20"/>
                </a:lnSpc>
              </a:pPr>
              <a:r>
                <a:rPr lang="en-US" sz="9300" b="1">
                  <a:solidFill>
                    <a:srgbClr val="FFBD59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QUEST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14506" y="3702981"/>
              <a:ext cx="7221996" cy="15490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69"/>
                </a:lnSpc>
              </a:pPr>
              <a:r>
                <a:rPr lang="en-US" sz="6978">
                  <a:solidFill>
                    <a:srgbClr val="FFBD59"/>
                  </a:solidFill>
                  <a:latin typeface="Brusher"/>
                  <a:ea typeface="Brusher"/>
                  <a:cs typeface="Brusher"/>
                  <a:sym typeface="Brusher"/>
                </a:rPr>
                <a:t>Ayo Taklukkan!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192888" y="5821210"/>
            <a:ext cx="4454078" cy="2288414"/>
            <a:chOff x="0" y="0"/>
            <a:chExt cx="5938770" cy="30512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938770" cy="3051219"/>
            </a:xfrm>
            <a:custGeom>
              <a:avLst/>
              <a:gdLst/>
              <a:ahLst/>
              <a:cxnLst/>
              <a:rect l="l" t="t" r="r" b="b"/>
              <a:pathLst>
                <a:path w="5938770" h="3051219">
                  <a:moveTo>
                    <a:pt x="0" y="0"/>
                  </a:moveTo>
                  <a:lnTo>
                    <a:pt x="5938770" y="0"/>
                  </a:lnTo>
                  <a:lnTo>
                    <a:pt x="5938770" y="3051219"/>
                  </a:lnTo>
                  <a:lnTo>
                    <a:pt x="0" y="3051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</p:sp>
        <p:sp>
          <p:nvSpPr>
            <p:cNvPr id="36" name="Freeform 36"/>
            <p:cNvSpPr/>
            <p:nvPr/>
          </p:nvSpPr>
          <p:spPr>
            <a:xfrm>
              <a:off x="455929" y="0"/>
              <a:ext cx="1601598" cy="1648360"/>
            </a:xfrm>
            <a:custGeom>
              <a:avLst/>
              <a:gdLst/>
              <a:ahLst/>
              <a:cxnLst/>
              <a:rect l="l" t="t" r="r" b="b"/>
              <a:pathLst>
                <a:path w="1601598" h="1648360">
                  <a:moveTo>
                    <a:pt x="0" y="0"/>
                  </a:moveTo>
                  <a:lnTo>
                    <a:pt x="1601598" y="0"/>
                  </a:lnTo>
                  <a:lnTo>
                    <a:pt x="1601598" y="1648360"/>
                  </a:lnTo>
                  <a:lnTo>
                    <a:pt x="0" y="1648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2259445" y="838417"/>
              <a:ext cx="1599283" cy="6960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37"/>
                </a:lnSpc>
              </a:pPr>
              <a:r>
                <a:rPr lang="en-US" sz="3098">
                  <a:solidFill>
                    <a:srgbClr val="1A3F64"/>
                  </a:solidFill>
                  <a:latin typeface="Lilita One"/>
                  <a:ea typeface="Lilita One"/>
                  <a:cs typeface="Lilita One"/>
                  <a:sym typeface="Lilita One"/>
                </a:rPr>
                <a:t>DASAR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127138" y="1810978"/>
              <a:ext cx="2103490" cy="5129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518"/>
                </a:lnSpc>
              </a:pPr>
              <a:r>
                <a:rPr lang="en-US" sz="1518">
                  <a:solidFill>
                    <a:srgbClr val="1A3F64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Kenali konsep awalnya!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4337173" y="1402859"/>
              <a:ext cx="1145668" cy="946930"/>
            </a:xfrm>
            <a:custGeom>
              <a:avLst/>
              <a:gdLst/>
              <a:ahLst/>
              <a:cxnLst/>
              <a:rect l="l" t="t" r="r" b="b"/>
              <a:pathLst>
                <a:path w="1145668" h="946930">
                  <a:moveTo>
                    <a:pt x="0" y="0"/>
                  </a:moveTo>
                  <a:lnTo>
                    <a:pt x="1145668" y="0"/>
                  </a:lnTo>
                  <a:lnTo>
                    <a:pt x="1145668" y="946930"/>
                  </a:lnTo>
                  <a:lnTo>
                    <a:pt x="0" y="9469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1098322" y="344104"/>
              <a:ext cx="284804" cy="11654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380"/>
                </a:lnSpc>
              </a:pPr>
              <a:r>
                <a:rPr lang="en-US" sz="5271">
                  <a:solidFill>
                    <a:schemeClr val="bg1"/>
                  </a:solidFill>
                  <a:latin typeface="Lilita One"/>
                  <a:ea typeface="Lilita One"/>
                  <a:cs typeface="Lilita One"/>
                  <a:sym typeface="Lilita One"/>
                  <a:hlinkClick r:id="rId22" action="ppaction://hlinksldjump">
                    <a:snd r:embed="rId23" name="click.wav"/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1</a:t>
              </a:r>
              <a:endParaRPr lang="en-US" sz="5271">
                <a:solidFill>
                  <a:schemeClr val="bg1"/>
                </a:solidFill>
                <a:latin typeface="Lilita One"/>
                <a:ea typeface="Lilita One"/>
                <a:cs typeface="Lilita One"/>
                <a:sym typeface="Lilita One"/>
              </a:endParaRPr>
            </a:p>
          </p:txBody>
        </p:sp>
      </p:grpSp>
      <p:sp>
        <p:nvSpPr>
          <p:cNvPr id="41" name="Freeform 41"/>
          <p:cNvSpPr/>
          <p:nvPr/>
        </p:nvSpPr>
        <p:spPr>
          <a:xfrm>
            <a:off x="8775820" y="835334"/>
            <a:ext cx="740216" cy="740216"/>
          </a:xfrm>
          <a:custGeom>
            <a:avLst/>
            <a:gdLst/>
            <a:ahLst/>
            <a:cxnLst/>
            <a:rect l="l" t="t" r="r" b="b"/>
            <a:pathLst>
              <a:path w="740216" h="740216">
                <a:moveTo>
                  <a:pt x="0" y="0"/>
                </a:moveTo>
                <a:lnTo>
                  <a:pt x="740216" y="0"/>
                </a:lnTo>
                <a:lnTo>
                  <a:pt x="740216" y="740216"/>
                </a:lnTo>
                <a:lnTo>
                  <a:pt x="0" y="740216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594222" y="770964"/>
            <a:ext cx="868955" cy="868955"/>
          </a:xfrm>
          <a:custGeom>
            <a:avLst/>
            <a:gdLst/>
            <a:ahLst/>
            <a:cxnLst/>
            <a:rect l="l" t="t" r="r" b="b"/>
            <a:pathLst>
              <a:path w="868955" h="868955">
                <a:moveTo>
                  <a:pt x="0" y="0"/>
                </a:moveTo>
                <a:lnTo>
                  <a:pt x="868956" y="0"/>
                </a:lnTo>
                <a:lnTo>
                  <a:pt x="868956" y="868955"/>
                </a:lnTo>
                <a:lnTo>
                  <a:pt x="0" y="8689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>
            <a:hlinkClick r:id="rId26" action="ppaction://hlinksldjump">
              <a:snd r:embed="rId23" name="click.wav"/>
            </a:hlinkClick>
          </p:cNvPr>
          <p:cNvSpPr/>
          <p:nvPr/>
        </p:nvSpPr>
        <p:spPr>
          <a:xfrm>
            <a:off x="433838" y="16650282"/>
            <a:ext cx="1960311" cy="695910"/>
          </a:xfrm>
          <a:custGeom>
            <a:avLst/>
            <a:gdLst/>
            <a:ahLst/>
            <a:cxnLst/>
            <a:rect l="l" t="t" r="r" b="b"/>
            <a:pathLst>
              <a:path w="1960311" h="695910">
                <a:moveTo>
                  <a:pt x="0" y="0"/>
                </a:moveTo>
                <a:lnTo>
                  <a:pt x="1960311" y="0"/>
                </a:lnTo>
                <a:lnTo>
                  <a:pt x="1960311" y="695910"/>
                </a:lnTo>
                <a:lnTo>
                  <a:pt x="0" y="69591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90B31-44D0-2BBD-A56C-724EBC769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AF44160-6C1D-46E8-F719-2D4DEB861AD0}"/>
              </a:ext>
            </a:extLst>
          </p:cNvPr>
          <p:cNvSpPr/>
          <p:nvPr/>
        </p:nvSpPr>
        <p:spPr>
          <a:xfrm>
            <a:off x="-451485" y="0"/>
            <a:ext cx="11570314" cy="18909604"/>
          </a:xfrm>
          <a:custGeom>
            <a:avLst/>
            <a:gdLst/>
            <a:ahLst/>
            <a:cxnLst/>
            <a:rect l="l" t="t" r="r" b="b"/>
            <a:pathLst>
              <a:path w="11570314" h="18909604">
                <a:moveTo>
                  <a:pt x="0" y="0"/>
                </a:moveTo>
                <a:lnTo>
                  <a:pt x="11570314" y="0"/>
                </a:lnTo>
                <a:lnTo>
                  <a:pt x="11570314" y="18909604"/>
                </a:lnTo>
                <a:lnTo>
                  <a:pt x="0" y="18909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92171AF-7A0A-25BD-BFC5-B66AD68CF2B3}"/>
              </a:ext>
            </a:extLst>
          </p:cNvPr>
          <p:cNvSpPr/>
          <p:nvPr/>
        </p:nvSpPr>
        <p:spPr>
          <a:xfrm>
            <a:off x="8632267" y="6629016"/>
            <a:ext cx="1767539" cy="2938393"/>
          </a:xfrm>
          <a:custGeom>
            <a:avLst/>
            <a:gdLst/>
            <a:ahLst/>
            <a:cxnLst/>
            <a:rect l="l" t="t" r="r" b="b"/>
            <a:pathLst>
              <a:path w="1767539" h="2938393">
                <a:moveTo>
                  <a:pt x="0" y="0"/>
                </a:moveTo>
                <a:lnTo>
                  <a:pt x="1767539" y="0"/>
                </a:lnTo>
                <a:lnTo>
                  <a:pt x="1767539" y="2938393"/>
                </a:lnTo>
                <a:lnTo>
                  <a:pt x="0" y="29383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23DA013-F18C-E370-4779-47ECCE112D0E}"/>
              </a:ext>
            </a:extLst>
          </p:cNvPr>
          <p:cNvGrpSpPr/>
          <p:nvPr/>
        </p:nvGrpSpPr>
        <p:grpSpPr>
          <a:xfrm>
            <a:off x="3230285" y="8339203"/>
            <a:ext cx="4355919" cy="2233601"/>
            <a:chOff x="0" y="0"/>
            <a:chExt cx="5807892" cy="297813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6A232D4-8F63-ABC7-7190-F1061A8A9707}"/>
                </a:ext>
              </a:extLst>
            </p:cNvPr>
            <p:cNvSpPr/>
            <p:nvPr/>
          </p:nvSpPr>
          <p:spPr>
            <a:xfrm>
              <a:off x="0" y="211967"/>
              <a:ext cx="5807892" cy="2766168"/>
            </a:xfrm>
            <a:custGeom>
              <a:avLst/>
              <a:gdLst/>
              <a:ahLst/>
              <a:cxnLst/>
              <a:rect l="l" t="t" r="r" b="b"/>
              <a:pathLst>
                <a:path w="5807892" h="2766168">
                  <a:moveTo>
                    <a:pt x="0" y="0"/>
                  </a:moveTo>
                  <a:lnTo>
                    <a:pt x="5807892" y="0"/>
                  </a:lnTo>
                  <a:lnTo>
                    <a:pt x="5807892" y="2766168"/>
                  </a:lnTo>
                  <a:lnTo>
                    <a:pt x="0" y="2766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08D0C1E-1B88-D2A6-14E5-68008A2B5D9B}"/>
                </a:ext>
              </a:extLst>
            </p:cNvPr>
            <p:cNvSpPr/>
            <p:nvPr/>
          </p:nvSpPr>
          <p:spPr>
            <a:xfrm>
              <a:off x="625302" y="0"/>
              <a:ext cx="1451973" cy="1706333"/>
            </a:xfrm>
            <a:custGeom>
              <a:avLst/>
              <a:gdLst/>
              <a:ahLst/>
              <a:cxnLst/>
              <a:rect l="l" t="t" r="r" b="b"/>
              <a:pathLst>
                <a:path w="1451973" h="1706333">
                  <a:moveTo>
                    <a:pt x="0" y="0"/>
                  </a:moveTo>
                  <a:lnTo>
                    <a:pt x="1451973" y="0"/>
                  </a:lnTo>
                  <a:lnTo>
                    <a:pt x="1451973" y="1706333"/>
                  </a:lnTo>
                  <a:lnTo>
                    <a:pt x="0" y="1706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1F2F20B-0FF2-1024-022F-C0BD005C3C4D}"/>
                </a:ext>
              </a:extLst>
            </p:cNvPr>
            <p:cNvSpPr txBox="1"/>
            <p:nvPr/>
          </p:nvSpPr>
          <p:spPr>
            <a:xfrm>
              <a:off x="1138167" y="419490"/>
              <a:ext cx="427018" cy="1056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690"/>
                </a:lnSpc>
              </a:pPr>
              <a:r>
                <a:rPr lang="en-US" sz="4779">
                  <a:solidFill>
                    <a:srgbClr val="FFFFFF"/>
                  </a:solidFill>
                  <a:latin typeface="Lilita One"/>
                  <a:ea typeface="Lilita One"/>
                  <a:cs typeface="Lilita One"/>
                  <a:sym typeface="Lilita One"/>
                </a:rPr>
                <a:t>2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B616F48-B1E1-61C6-85AD-F6A571B47B9E}"/>
                </a:ext>
              </a:extLst>
            </p:cNvPr>
            <p:cNvSpPr txBox="1"/>
            <p:nvPr/>
          </p:nvSpPr>
          <p:spPr>
            <a:xfrm>
              <a:off x="2111370" y="903343"/>
              <a:ext cx="2164881" cy="5460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4"/>
                </a:lnSpc>
              </a:pPr>
              <a:r>
                <a:rPr lang="en-US" sz="2495">
                  <a:solidFill>
                    <a:srgbClr val="6B3A24"/>
                  </a:solidFill>
                  <a:latin typeface="Lilita One"/>
                  <a:ea typeface="Lilita One"/>
                  <a:cs typeface="Lilita One"/>
                  <a:sym typeface="Lilita One"/>
                </a:rPr>
                <a:t>MENENGAH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B3DC565-7E87-153E-5659-928C9F0E104F}"/>
                </a:ext>
              </a:extLst>
            </p:cNvPr>
            <p:cNvSpPr txBox="1"/>
            <p:nvPr/>
          </p:nvSpPr>
          <p:spPr>
            <a:xfrm>
              <a:off x="2419220" y="1718388"/>
              <a:ext cx="1390291" cy="4239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89"/>
                </a:lnSpc>
              </a:pPr>
              <a:r>
                <a:rPr lang="en-US" sz="1189">
                  <a:solidFill>
                    <a:srgbClr val="6B3A24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Tingkatkan pemahamanmu!</a:t>
              </a:r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E5534D3-14E9-2C69-0B9F-B62D18F03525}"/>
                </a:ext>
              </a:extLst>
            </p:cNvPr>
            <p:cNvSpPr/>
            <p:nvPr/>
          </p:nvSpPr>
          <p:spPr>
            <a:xfrm>
              <a:off x="4345321" y="1483768"/>
              <a:ext cx="1049236" cy="858466"/>
            </a:xfrm>
            <a:custGeom>
              <a:avLst/>
              <a:gdLst/>
              <a:ahLst/>
              <a:cxnLst/>
              <a:rect l="l" t="t" r="r" b="b"/>
              <a:pathLst>
                <a:path w="1049236" h="858466">
                  <a:moveTo>
                    <a:pt x="0" y="0"/>
                  </a:moveTo>
                  <a:lnTo>
                    <a:pt x="1049236" y="0"/>
                  </a:lnTo>
                  <a:lnTo>
                    <a:pt x="1049236" y="858466"/>
                  </a:lnTo>
                  <a:lnTo>
                    <a:pt x="0" y="858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E9DBCD1-F27F-F561-DA8F-C22FCA9A7553}"/>
              </a:ext>
            </a:extLst>
          </p:cNvPr>
          <p:cNvGrpSpPr/>
          <p:nvPr/>
        </p:nvGrpSpPr>
        <p:grpSpPr>
          <a:xfrm>
            <a:off x="3090588" y="10741776"/>
            <a:ext cx="4556378" cy="2258099"/>
            <a:chOff x="0" y="0"/>
            <a:chExt cx="6075170" cy="301079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BD1C626-9716-5152-98FB-7A6A8E8D87F1}"/>
                </a:ext>
              </a:extLst>
            </p:cNvPr>
            <p:cNvSpPr/>
            <p:nvPr/>
          </p:nvSpPr>
          <p:spPr>
            <a:xfrm>
              <a:off x="0" y="0"/>
              <a:ext cx="6075170" cy="3010799"/>
            </a:xfrm>
            <a:custGeom>
              <a:avLst/>
              <a:gdLst/>
              <a:ahLst/>
              <a:cxnLst/>
              <a:rect l="l" t="t" r="r" b="b"/>
              <a:pathLst>
                <a:path w="6075170" h="3010799">
                  <a:moveTo>
                    <a:pt x="0" y="0"/>
                  </a:moveTo>
                  <a:lnTo>
                    <a:pt x="6075170" y="0"/>
                  </a:lnTo>
                  <a:lnTo>
                    <a:pt x="6075170" y="3010799"/>
                  </a:lnTo>
                  <a:lnTo>
                    <a:pt x="0" y="3010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C07E5771-7607-0EE7-02C7-309736863A14}"/>
                </a:ext>
              </a:extLst>
            </p:cNvPr>
            <p:cNvSpPr/>
            <p:nvPr/>
          </p:nvSpPr>
          <p:spPr>
            <a:xfrm>
              <a:off x="835738" y="0"/>
              <a:ext cx="1467898" cy="1510757"/>
            </a:xfrm>
            <a:custGeom>
              <a:avLst/>
              <a:gdLst/>
              <a:ahLst/>
              <a:cxnLst/>
              <a:rect l="l" t="t" r="r" b="b"/>
              <a:pathLst>
                <a:path w="1467898" h="1510757">
                  <a:moveTo>
                    <a:pt x="0" y="0"/>
                  </a:moveTo>
                  <a:lnTo>
                    <a:pt x="1467898" y="0"/>
                  </a:lnTo>
                  <a:lnTo>
                    <a:pt x="1467898" y="1510757"/>
                  </a:lnTo>
                  <a:lnTo>
                    <a:pt x="0" y="1510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A961D1C5-3D00-2943-F997-29A0E0B1A556}"/>
                </a:ext>
              </a:extLst>
            </p:cNvPr>
            <p:cNvSpPr txBox="1"/>
            <p:nvPr/>
          </p:nvSpPr>
          <p:spPr>
            <a:xfrm>
              <a:off x="1354227" y="292307"/>
              <a:ext cx="431701" cy="10768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64"/>
                </a:lnSpc>
              </a:pPr>
              <a:r>
                <a:rPr lang="en-US" sz="4831">
                  <a:solidFill>
                    <a:srgbClr val="FFFFFF"/>
                  </a:solidFill>
                  <a:latin typeface="Lilita One"/>
                  <a:ea typeface="Lilita One"/>
                  <a:cs typeface="Lilita One"/>
                  <a:sym typeface="Lilita One"/>
                </a:rPr>
                <a:t>3</a:t>
              </a:r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9D421E5-7369-E022-9F2B-FD513648E384}"/>
                </a:ext>
              </a:extLst>
            </p:cNvPr>
            <p:cNvSpPr txBox="1"/>
            <p:nvPr/>
          </p:nvSpPr>
          <p:spPr>
            <a:xfrm>
              <a:off x="2086313" y="671207"/>
              <a:ext cx="2700081" cy="59554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836"/>
                </a:lnSpc>
              </a:pPr>
              <a:r>
                <a:rPr lang="en-US" sz="2740">
                  <a:solidFill>
                    <a:srgbClr val="1A3F64"/>
                  </a:solidFill>
                  <a:latin typeface="Lilita One"/>
                  <a:ea typeface="Lilita One"/>
                  <a:cs typeface="Lilita One"/>
                  <a:sym typeface="Lilita One"/>
                </a:rPr>
                <a:t>LANJUTAN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AEF9F711-F7EB-14A3-1C1E-59C0EA8FF770}"/>
                </a:ext>
              </a:extLst>
            </p:cNvPr>
            <p:cNvSpPr txBox="1"/>
            <p:nvPr/>
          </p:nvSpPr>
          <p:spPr>
            <a:xfrm>
              <a:off x="2418421" y="1682228"/>
              <a:ext cx="2168546" cy="5785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46"/>
                </a:lnSpc>
              </a:pPr>
              <a:r>
                <a:rPr lang="en-US" sz="1455">
                  <a:solidFill>
                    <a:srgbClr val="1A3F64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Asah kemampuanmu lebih dalam!</a:t>
              </a:r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3035991-404A-D5DB-A19F-A4A943990867}"/>
                </a:ext>
              </a:extLst>
            </p:cNvPr>
            <p:cNvSpPr/>
            <p:nvPr/>
          </p:nvSpPr>
          <p:spPr>
            <a:xfrm>
              <a:off x="4810849" y="1500042"/>
              <a:ext cx="1050029" cy="867881"/>
            </a:xfrm>
            <a:custGeom>
              <a:avLst/>
              <a:gdLst/>
              <a:ahLst/>
              <a:cxnLst/>
              <a:rect l="l" t="t" r="r" b="b"/>
              <a:pathLst>
                <a:path w="1050029" h="867881">
                  <a:moveTo>
                    <a:pt x="0" y="0"/>
                  </a:moveTo>
                  <a:lnTo>
                    <a:pt x="1050030" y="0"/>
                  </a:lnTo>
                  <a:lnTo>
                    <a:pt x="1050030" y="867882"/>
                  </a:lnTo>
                  <a:lnTo>
                    <a:pt x="0" y="867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485FC64D-FF50-8F82-E976-AC3CD387695C}"/>
              </a:ext>
            </a:extLst>
          </p:cNvPr>
          <p:cNvGrpSpPr/>
          <p:nvPr/>
        </p:nvGrpSpPr>
        <p:grpSpPr>
          <a:xfrm>
            <a:off x="3031885" y="12958193"/>
            <a:ext cx="5071357" cy="2523885"/>
            <a:chOff x="0" y="0"/>
            <a:chExt cx="6761810" cy="336518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10B6761D-CA0C-07E1-2BFA-0E75838D5BDB}"/>
                </a:ext>
              </a:extLst>
            </p:cNvPr>
            <p:cNvSpPr/>
            <p:nvPr/>
          </p:nvSpPr>
          <p:spPr>
            <a:xfrm>
              <a:off x="0" y="0"/>
              <a:ext cx="6761810" cy="3365180"/>
            </a:xfrm>
            <a:custGeom>
              <a:avLst/>
              <a:gdLst/>
              <a:ahLst/>
              <a:cxnLst/>
              <a:rect l="l" t="t" r="r" b="b"/>
              <a:pathLst>
                <a:path w="6761810" h="3365180">
                  <a:moveTo>
                    <a:pt x="0" y="0"/>
                  </a:moveTo>
                  <a:lnTo>
                    <a:pt x="6761810" y="0"/>
                  </a:lnTo>
                  <a:lnTo>
                    <a:pt x="6761810" y="3365180"/>
                  </a:lnTo>
                  <a:lnTo>
                    <a:pt x="0" y="3365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023B833-5F42-448D-3BC0-4BD63601BDE2}"/>
                </a:ext>
              </a:extLst>
            </p:cNvPr>
            <p:cNvSpPr/>
            <p:nvPr/>
          </p:nvSpPr>
          <p:spPr>
            <a:xfrm>
              <a:off x="1027376" y="0"/>
              <a:ext cx="1436229" cy="1687832"/>
            </a:xfrm>
            <a:custGeom>
              <a:avLst/>
              <a:gdLst/>
              <a:ahLst/>
              <a:cxnLst/>
              <a:rect l="l" t="t" r="r" b="b"/>
              <a:pathLst>
                <a:path w="1436229" h="1687832">
                  <a:moveTo>
                    <a:pt x="0" y="0"/>
                  </a:moveTo>
                  <a:lnTo>
                    <a:pt x="1436229" y="0"/>
                  </a:lnTo>
                  <a:lnTo>
                    <a:pt x="1436229" y="1687832"/>
                  </a:lnTo>
                  <a:lnTo>
                    <a:pt x="0" y="1687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997FFADC-E7F4-1B97-5A71-69EE3CCC526B}"/>
                </a:ext>
              </a:extLst>
            </p:cNvPr>
            <p:cNvSpPr txBox="1"/>
            <p:nvPr/>
          </p:nvSpPr>
          <p:spPr>
            <a:xfrm>
              <a:off x="1573971" y="443172"/>
              <a:ext cx="471503" cy="1055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618"/>
                </a:lnSpc>
              </a:pPr>
              <a:r>
                <a:rPr lang="en-US" sz="4727">
                  <a:solidFill>
                    <a:srgbClr val="FFFFFF"/>
                  </a:solidFill>
                  <a:latin typeface="Lilita One"/>
                  <a:ea typeface="Lilita One"/>
                  <a:cs typeface="Lilita One"/>
                  <a:sym typeface="Lilita One"/>
                </a:rPr>
                <a:t>4</a:t>
              </a: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915B9CAE-D0A7-EEFA-7000-4B714C160FF1}"/>
                </a:ext>
              </a:extLst>
            </p:cNvPr>
            <p:cNvSpPr txBox="1"/>
            <p:nvPr/>
          </p:nvSpPr>
          <p:spPr>
            <a:xfrm>
              <a:off x="2644675" y="952079"/>
              <a:ext cx="2514680" cy="631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97"/>
                </a:lnSpc>
              </a:pPr>
              <a:r>
                <a:rPr lang="en-US" sz="2855">
                  <a:solidFill>
                    <a:srgbClr val="FFFFFF"/>
                  </a:solidFill>
                  <a:latin typeface="Lilita One"/>
                  <a:ea typeface="Lilita One"/>
                  <a:cs typeface="Lilita One"/>
                  <a:sym typeface="Lilita One"/>
                </a:rPr>
                <a:t>FINAL BOSS</a:t>
              </a:r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8AFCBAAB-428B-6C55-2CB1-1F4318DFDB03}"/>
                </a:ext>
              </a:extLst>
            </p:cNvPr>
            <p:cNvSpPr txBox="1"/>
            <p:nvPr/>
          </p:nvSpPr>
          <p:spPr>
            <a:xfrm>
              <a:off x="2880426" y="1985148"/>
              <a:ext cx="1984240" cy="507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98"/>
                </a:lnSpc>
              </a:pPr>
              <a:r>
                <a:rPr lang="en-US" sz="1362">
                  <a:solidFill>
                    <a:srgbClr val="FFFFFF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Tantangan terakhir! Buktikan kamu bisa!</a:t>
              </a:r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48145243-F797-1A31-C9E8-AA80B5CE8546}"/>
                </a:ext>
              </a:extLst>
            </p:cNvPr>
            <p:cNvSpPr/>
            <p:nvPr/>
          </p:nvSpPr>
          <p:spPr>
            <a:xfrm>
              <a:off x="5115912" y="1887017"/>
              <a:ext cx="828191" cy="849157"/>
            </a:xfrm>
            <a:custGeom>
              <a:avLst/>
              <a:gdLst/>
              <a:ahLst/>
              <a:cxnLst/>
              <a:rect l="l" t="t" r="r" b="b"/>
              <a:pathLst>
                <a:path w="828191" h="849157">
                  <a:moveTo>
                    <a:pt x="0" y="0"/>
                  </a:moveTo>
                  <a:lnTo>
                    <a:pt x="828190" y="0"/>
                  </a:lnTo>
                  <a:lnTo>
                    <a:pt x="828190" y="849157"/>
                  </a:lnTo>
                  <a:lnTo>
                    <a:pt x="0" y="849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0A19CB93-D29E-4BAF-0949-70553751928B}"/>
                </a:ext>
              </a:extLst>
            </p:cNvPr>
            <p:cNvSpPr/>
            <p:nvPr/>
          </p:nvSpPr>
          <p:spPr>
            <a:xfrm>
              <a:off x="817707" y="1467680"/>
              <a:ext cx="1645898" cy="1478163"/>
            </a:xfrm>
            <a:custGeom>
              <a:avLst/>
              <a:gdLst/>
              <a:ahLst/>
              <a:cxnLst/>
              <a:rect l="l" t="t" r="r" b="b"/>
              <a:pathLst>
                <a:path w="1645898" h="1478163">
                  <a:moveTo>
                    <a:pt x="0" y="0"/>
                  </a:moveTo>
                  <a:lnTo>
                    <a:pt x="1645898" y="0"/>
                  </a:lnTo>
                  <a:lnTo>
                    <a:pt x="1645898" y="1478163"/>
                  </a:lnTo>
                  <a:lnTo>
                    <a:pt x="0" y="1478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sp>
        <p:nvSpPr>
          <p:cNvPr id="26" name="Freeform 26">
            <a:extLst>
              <a:ext uri="{FF2B5EF4-FFF2-40B4-BE49-F238E27FC236}">
                <a16:creationId xmlns:a16="http://schemas.microsoft.com/office/drawing/2014/main" id="{9946AB2B-8128-5ECE-7955-AFA686AED3B6}"/>
              </a:ext>
            </a:extLst>
          </p:cNvPr>
          <p:cNvSpPr/>
          <p:nvPr/>
        </p:nvSpPr>
        <p:spPr>
          <a:xfrm>
            <a:off x="9071337" y="12708450"/>
            <a:ext cx="1328469" cy="5854269"/>
          </a:xfrm>
          <a:custGeom>
            <a:avLst/>
            <a:gdLst/>
            <a:ahLst/>
            <a:cxnLst/>
            <a:rect l="l" t="t" r="r" b="b"/>
            <a:pathLst>
              <a:path w="1328469" h="5854269">
                <a:moveTo>
                  <a:pt x="0" y="0"/>
                </a:moveTo>
                <a:lnTo>
                  <a:pt x="1328469" y="0"/>
                </a:lnTo>
                <a:lnTo>
                  <a:pt x="1328469" y="5854269"/>
                </a:lnTo>
                <a:lnTo>
                  <a:pt x="0" y="58542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grpSp>
        <p:nvGrpSpPr>
          <p:cNvPr id="27" name="Group 27">
            <a:extLst>
              <a:ext uri="{FF2B5EF4-FFF2-40B4-BE49-F238E27FC236}">
                <a16:creationId xmlns:a16="http://schemas.microsoft.com/office/drawing/2014/main" id="{D6FDEFF4-651F-F9BF-A4E8-1DC0F1A032D3}"/>
              </a:ext>
            </a:extLst>
          </p:cNvPr>
          <p:cNvGrpSpPr/>
          <p:nvPr/>
        </p:nvGrpSpPr>
        <p:grpSpPr>
          <a:xfrm>
            <a:off x="1773424" y="614853"/>
            <a:ext cx="6971038" cy="5024403"/>
            <a:chOff x="0" y="0"/>
            <a:chExt cx="9294718" cy="6699205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9C6747C8-C47C-ABCD-4B65-057E0A084B51}"/>
                </a:ext>
              </a:extLst>
            </p:cNvPr>
            <p:cNvSpPr/>
            <p:nvPr/>
          </p:nvSpPr>
          <p:spPr>
            <a:xfrm rot="332390">
              <a:off x="1792151" y="4603093"/>
              <a:ext cx="5884291" cy="1816325"/>
            </a:xfrm>
            <a:custGeom>
              <a:avLst/>
              <a:gdLst/>
              <a:ahLst/>
              <a:cxnLst/>
              <a:rect l="l" t="t" r="r" b="b"/>
              <a:pathLst>
                <a:path w="5884291" h="1816325">
                  <a:moveTo>
                    <a:pt x="0" y="0"/>
                  </a:moveTo>
                  <a:lnTo>
                    <a:pt x="5884291" y="0"/>
                  </a:lnTo>
                  <a:lnTo>
                    <a:pt x="5884291" y="1816324"/>
                  </a:lnTo>
                  <a:lnTo>
                    <a:pt x="0" y="18163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FB6A87C8-0296-7C01-83EB-670D2AF6040D}"/>
                </a:ext>
              </a:extLst>
            </p:cNvPr>
            <p:cNvSpPr txBox="1"/>
            <p:nvPr/>
          </p:nvSpPr>
          <p:spPr>
            <a:xfrm rot="-99609">
              <a:off x="2390026" y="5005662"/>
              <a:ext cx="4866579" cy="6131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4"/>
                </a:lnSpc>
              </a:pPr>
              <a:r>
                <a:rPr lang="en-US" sz="2803">
                  <a:solidFill>
                    <a:srgbClr val="6B3A24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Kelas X: Level Tantangan</a:t>
              </a:r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576737A4-4F0B-3020-884D-49CD31C19DBC}"/>
                </a:ext>
              </a:extLst>
            </p:cNvPr>
            <p:cNvSpPr/>
            <p:nvPr/>
          </p:nvSpPr>
          <p:spPr>
            <a:xfrm>
              <a:off x="0" y="0"/>
              <a:ext cx="9294718" cy="4483975"/>
            </a:xfrm>
            <a:custGeom>
              <a:avLst/>
              <a:gdLst/>
              <a:ahLst/>
              <a:cxnLst/>
              <a:rect l="l" t="t" r="r" b="b"/>
              <a:pathLst>
                <a:path w="9294718" h="4483975">
                  <a:moveTo>
                    <a:pt x="0" y="0"/>
                  </a:moveTo>
                  <a:lnTo>
                    <a:pt x="9294718" y="0"/>
                  </a:lnTo>
                  <a:lnTo>
                    <a:pt x="9294718" y="4483975"/>
                  </a:lnTo>
                  <a:lnTo>
                    <a:pt x="0" y="4483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99D909DD-D957-A650-A319-782C49BB83AB}"/>
                </a:ext>
              </a:extLst>
            </p:cNvPr>
            <p:cNvSpPr txBox="1"/>
            <p:nvPr/>
          </p:nvSpPr>
          <p:spPr>
            <a:xfrm>
              <a:off x="2221438" y="839913"/>
              <a:ext cx="5019148" cy="20530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20"/>
                </a:lnSpc>
              </a:pPr>
              <a:r>
                <a:rPr lang="en-US" sz="9300" b="1">
                  <a:solidFill>
                    <a:srgbClr val="38B6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MATH</a:t>
              </a:r>
            </a:p>
          </p:txBody>
        </p:sp>
        <p:sp>
          <p:nvSpPr>
            <p:cNvPr id="32" name="TextBox 32">
              <a:extLst>
                <a:ext uri="{FF2B5EF4-FFF2-40B4-BE49-F238E27FC236}">
                  <a16:creationId xmlns:a16="http://schemas.microsoft.com/office/drawing/2014/main" id="{EA693CA2-C33C-C2E2-0525-188CF8283FCF}"/>
                </a:ext>
              </a:extLst>
            </p:cNvPr>
            <p:cNvSpPr txBox="1"/>
            <p:nvPr/>
          </p:nvSpPr>
          <p:spPr>
            <a:xfrm>
              <a:off x="1817117" y="2288727"/>
              <a:ext cx="5660483" cy="20530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20"/>
                </a:lnSpc>
              </a:pPr>
              <a:r>
                <a:rPr lang="en-US" sz="9300" b="1">
                  <a:solidFill>
                    <a:srgbClr val="FFBD59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QUEST</a:t>
              </a:r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23D4E339-C960-A10D-08EB-C092247E918A}"/>
                </a:ext>
              </a:extLst>
            </p:cNvPr>
            <p:cNvSpPr txBox="1"/>
            <p:nvPr/>
          </p:nvSpPr>
          <p:spPr>
            <a:xfrm>
              <a:off x="1314506" y="3702981"/>
              <a:ext cx="7221996" cy="15490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69"/>
                </a:lnSpc>
              </a:pPr>
              <a:r>
                <a:rPr lang="en-US" sz="6978">
                  <a:solidFill>
                    <a:srgbClr val="FFBD59"/>
                  </a:solidFill>
                  <a:latin typeface="Brusher"/>
                  <a:ea typeface="Brusher"/>
                  <a:cs typeface="Brusher"/>
                  <a:sym typeface="Brusher"/>
                </a:rPr>
                <a:t>Ayo Taklukkan!</a:t>
              </a:r>
            </a:p>
          </p:txBody>
        </p:sp>
      </p:grpSp>
      <p:grpSp>
        <p:nvGrpSpPr>
          <p:cNvPr id="34" name="Group 34">
            <a:extLst>
              <a:ext uri="{FF2B5EF4-FFF2-40B4-BE49-F238E27FC236}">
                <a16:creationId xmlns:a16="http://schemas.microsoft.com/office/drawing/2014/main" id="{F9B33900-CA9A-7BE9-5934-865413D899F8}"/>
              </a:ext>
            </a:extLst>
          </p:cNvPr>
          <p:cNvGrpSpPr/>
          <p:nvPr/>
        </p:nvGrpSpPr>
        <p:grpSpPr>
          <a:xfrm>
            <a:off x="3192888" y="5821210"/>
            <a:ext cx="4454078" cy="2288414"/>
            <a:chOff x="0" y="0"/>
            <a:chExt cx="5938770" cy="3051219"/>
          </a:xfrm>
        </p:grpSpPr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EBC4B2A4-E1ED-2B62-741F-FA7F08380971}"/>
                </a:ext>
              </a:extLst>
            </p:cNvPr>
            <p:cNvSpPr/>
            <p:nvPr/>
          </p:nvSpPr>
          <p:spPr>
            <a:xfrm>
              <a:off x="0" y="0"/>
              <a:ext cx="5938770" cy="3051219"/>
            </a:xfrm>
            <a:custGeom>
              <a:avLst/>
              <a:gdLst/>
              <a:ahLst/>
              <a:cxnLst/>
              <a:rect l="l" t="t" r="r" b="b"/>
              <a:pathLst>
                <a:path w="5938770" h="3051219">
                  <a:moveTo>
                    <a:pt x="0" y="0"/>
                  </a:moveTo>
                  <a:lnTo>
                    <a:pt x="5938770" y="0"/>
                  </a:lnTo>
                  <a:lnTo>
                    <a:pt x="5938770" y="3051219"/>
                  </a:lnTo>
                  <a:lnTo>
                    <a:pt x="0" y="3051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89170E3-DCF4-9A2D-F8CB-3E6885CB87A6}"/>
                </a:ext>
              </a:extLst>
            </p:cNvPr>
            <p:cNvSpPr/>
            <p:nvPr/>
          </p:nvSpPr>
          <p:spPr>
            <a:xfrm>
              <a:off x="455929" y="0"/>
              <a:ext cx="1601598" cy="1648360"/>
            </a:xfrm>
            <a:custGeom>
              <a:avLst/>
              <a:gdLst/>
              <a:ahLst/>
              <a:cxnLst/>
              <a:rect l="l" t="t" r="r" b="b"/>
              <a:pathLst>
                <a:path w="1601598" h="1648360">
                  <a:moveTo>
                    <a:pt x="0" y="0"/>
                  </a:moveTo>
                  <a:lnTo>
                    <a:pt x="1601598" y="0"/>
                  </a:lnTo>
                  <a:lnTo>
                    <a:pt x="1601598" y="1648360"/>
                  </a:lnTo>
                  <a:lnTo>
                    <a:pt x="0" y="1648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A5A730D4-4CC2-5373-C29D-67B56C075BDB}"/>
                </a:ext>
              </a:extLst>
            </p:cNvPr>
            <p:cNvSpPr txBox="1"/>
            <p:nvPr/>
          </p:nvSpPr>
          <p:spPr>
            <a:xfrm>
              <a:off x="2259445" y="838417"/>
              <a:ext cx="1599283" cy="6960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37"/>
                </a:lnSpc>
              </a:pPr>
              <a:r>
                <a:rPr lang="en-US" sz="3098">
                  <a:solidFill>
                    <a:srgbClr val="1A3F64"/>
                  </a:solidFill>
                  <a:latin typeface="Lilita One"/>
                  <a:ea typeface="Lilita One"/>
                  <a:cs typeface="Lilita One"/>
                  <a:sym typeface="Lilita One"/>
                </a:rPr>
                <a:t>DASAR</a:t>
              </a:r>
            </a:p>
          </p:txBody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F660A336-E933-1912-0896-4842FFC83828}"/>
                </a:ext>
              </a:extLst>
            </p:cNvPr>
            <p:cNvSpPr txBox="1"/>
            <p:nvPr/>
          </p:nvSpPr>
          <p:spPr>
            <a:xfrm>
              <a:off x="2127138" y="1810978"/>
              <a:ext cx="2103490" cy="5129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518"/>
                </a:lnSpc>
              </a:pPr>
              <a:r>
                <a:rPr lang="en-US" sz="1518">
                  <a:solidFill>
                    <a:srgbClr val="1A3F64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Kenali konsep awalnya!</a:t>
              </a:r>
            </a:p>
          </p:txBody>
        </p:sp>
        <p:sp>
          <p:nvSpPr>
            <p:cNvPr id="39" name="Freeform 39">
              <a:extLst>
                <a:ext uri="{FF2B5EF4-FFF2-40B4-BE49-F238E27FC236}">
                  <a16:creationId xmlns:a16="http://schemas.microsoft.com/office/drawing/2014/main" id="{BB2BB682-8E84-5AD8-3B95-9E36FFFD92E0}"/>
                </a:ext>
              </a:extLst>
            </p:cNvPr>
            <p:cNvSpPr/>
            <p:nvPr/>
          </p:nvSpPr>
          <p:spPr>
            <a:xfrm>
              <a:off x="4337173" y="1402859"/>
              <a:ext cx="1145668" cy="946930"/>
            </a:xfrm>
            <a:custGeom>
              <a:avLst/>
              <a:gdLst/>
              <a:ahLst/>
              <a:cxnLst/>
              <a:rect l="l" t="t" r="r" b="b"/>
              <a:pathLst>
                <a:path w="1145668" h="946930">
                  <a:moveTo>
                    <a:pt x="0" y="0"/>
                  </a:moveTo>
                  <a:lnTo>
                    <a:pt x="1145668" y="0"/>
                  </a:lnTo>
                  <a:lnTo>
                    <a:pt x="1145668" y="946930"/>
                  </a:lnTo>
                  <a:lnTo>
                    <a:pt x="0" y="9469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  <p:sp>
          <p:nvSpPr>
            <p:cNvPr id="40" name="TextBox 40">
              <a:extLst>
                <a:ext uri="{FF2B5EF4-FFF2-40B4-BE49-F238E27FC236}">
                  <a16:creationId xmlns:a16="http://schemas.microsoft.com/office/drawing/2014/main" id="{3C395F2D-4BD1-0637-FE64-C10FF3D45A55}"/>
                </a:ext>
              </a:extLst>
            </p:cNvPr>
            <p:cNvSpPr txBox="1"/>
            <p:nvPr/>
          </p:nvSpPr>
          <p:spPr>
            <a:xfrm>
              <a:off x="1098322" y="344104"/>
              <a:ext cx="284804" cy="11654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380"/>
                </a:lnSpc>
              </a:pPr>
              <a:r>
                <a:rPr lang="en-US" sz="5271">
                  <a:solidFill>
                    <a:schemeClr val="bg1"/>
                  </a:solidFill>
                  <a:latin typeface="Lilita One"/>
                  <a:ea typeface="Lilita One"/>
                  <a:cs typeface="Lilita One"/>
                  <a:sym typeface="Lilita One"/>
                </a:rPr>
                <a:t>1</a:t>
              </a:r>
            </a:p>
          </p:txBody>
        </p:sp>
      </p:grpSp>
      <p:sp>
        <p:nvSpPr>
          <p:cNvPr id="41" name="Freeform 41">
            <a:extLst>
              <a:ext uri="{FF2B5EF4-FFF2-40B4-BE49-F238E27FC236}">
                <a16:creationId xmlns:a16="http://schemas.microsoft.com/office/drawing/2014/main" id="{87BE9749-23E1-93D8-C769-C1DAC8D4EAA6}"/>
              </a:ext>
            </a:extLst>
          </p:cNvPr>
          <p:cNvSpPr/>
          <p:nvPr/>
        </p:nvSpPr>
        <p:spPr>
          <a:xfrm>
            <a:off x="8775820" y="835334"/>
            <a:ext cx="740216" cy="740216"/>
          </a:xfrm>
          <a:custGeom>
            <a:avLst/>
            <a:gdLst/>
            <a:ahLst/>
            <a:cxnLst/>
            <a:rect l="l" t="t" r="r" b="b"/>
            <a:pathLst>
              <a:path w="740216" h="740216">
                <a:moveTo>
                  <a:pt x="0" y="0"/>
                </a:moveTo>
                <a:lnTo>
                  <a:pt x="740216" y="0"/>
                </a:lnTo>
                <a:lnTo>
                  <a:pt x="740216" y="740216"/>
                </a:lnTo>
                <a:lnTo>
                  <a:pt x="0" y="74021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42" name="Freeform 42">
            <a:hlinkClick r:id="rId23" action="ppaction://hlinksldjump"/>
            <a:extLst>
              <a:ext uri="{FF2B5EF4-FFF2-40B4-BE49-F238E27FC236}">
                <a16:creationId xmlns:a16="http://schemas.microsoft.com/office/drawing/2014/main" id="{96604E36-5562-3148-E102-11D7BD874D66}"/>
              </a:ext>
            </a:extLst>
          </p:cNvPr>
          <p:cNvSpPr/>
          <p:nvPr/>
        </p:nvSpPr>
        <p:spPr>
          <a:xfrm>
            <a:off x="594222" y="770964"/>
            <a:ext cx="868955" cy="868955"/>
          </a:xfrm>
          <a:custGeom>
            <a:avLst/>
            <a:gdLst/>
            <a:ahLst/>
            <a:cxnLst/>
            <a:rect l="l" t="t" r="r" b="b"/>
            <a:pathLst>
              <a:path w="868955" h="868955">
                <a:moveTo>
                  <a:pt x="0" y="0"/>
                </a:moveTo>
                <a:lnTo>
                  <a:pt x="868956" y="0"/>
                </a:lnTo>
                <a:lnTo>
                  <a:pt x="868956" y="868955"/>
                </a:lnTo>
                <a:lnTo>
                  <a:pt x="0" y="8689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>
            <a:hlinkClick r:id="rId25" action="ppaction://hlinksldjump">
              <a:snd r:embed="rId26" name="click.wav"/>
            </a:hlinkClick>
            <a:extLst>
              <a:ext uri="{FF2B5EF4-FFF2-40B4-BE49-F238E27FC236}">
                <a16:creationId xmlns:a16="http://schemas.microsoft.com/office/drawing/2014/main" id="{D33D5761-FDFF-04ED-2AAE-C09A275DEED5}"/>
              </a:ext>
            </a:extLst>
          </p:cNvPr>
          <p:cNvSpPr/>
          <p:nvPr/>
        </p:nvSpPr>
        <p:spPr>
          <a:xfrm>
            <a:off x="433838" y="16650282"/>
            <a:ext cx="1960311" cy="695910"/>
          </a:xfrm>
          <a:custGeom>
            <a:avLst/>
            <a:gdLst/>
            <a:ahLst/>
            <a:cxnLst/>
            <a:rect l="l" t="t" r="r" b="b"/>
            <a:pathLst>
              <a:path w="1960311" h="695910">
                <a:moveTo>
                  <a:pt x="0" y="0"/>
                </a:moveTo>
                <a:lnTo>
                  <a:pt x="1960311" y="0"/>
                </a:lnTo>
                <a:lnTo>
                  <a:pt x="1960311" y="695910"/>
                </a:lnTo>
                <a:lnTo>
                  <a:pt x="0" y="69591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337031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5CE61-703F-4E63-645F-D3EFD9D9A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BB0F52C-AECF-BECE-C215-B550B1CC606E}"/>
              </a:ext>
            </a:extLst>
          </p:cNvPr>
          <p:cNvSpPr/>
          <p:nvPr/>
        </p:nvSpPr>
        <p:spPr>
          <a:xfrm>
            <a:off x="-451485" y="0"/>
            <a:ext cx="11570314" cy="18909604"/>
          </a:xfrm>
          <a:custGeom>
            <a:avLst/>
            <a:gdLst/>
            <a:ahLst/>
            <a:cxnLst/>
            <a:rect l="l" t="t" r="r" b="b"/>
            <a:pathLst>
              <a:path w="11570314" h="18909604">
                <a:moveTo>
                  <a:pt x="0" y="0"/>
                </a:moveTo>
                <a:lnTo>
                  <a:pt x="11570314" y="0"/>
                </a:lnTo>
                <a:lnTo>
                  <a:pt x="11570314" y="18909604"/>
                </a:lnTo>
                <a:lnTo>
                  <a:pt x="0" y="18909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B5056F1-FC4D-D40F-B78E-B56FFAED1DAE}"/>
              </a:ext>
            </a:extLst>
          </p:cNvPr>
          <p:cNvSpPr/>
          <p:nvPr/>
        </p:nvSpPr>
        <p:spPr>
          <a:xfrm>
            <a:off x="8632267" y="6629016"/>
            <a:ext cx="1767539" cy="2938393"/>
          </a:xfrm>
          <a:custGeom>
            <a:avLst/>
            <a:gdLst/>
            <a:ahLst/>
            <a:cxnLst/>
            <a:rect l="l" t="t" r="r" b="b"/>
            <a:pathLst>
              <a:path w="1767539" h="2938393">
                <a:moveTo>
                  <a:pt x="0" y="0"/>
                </a:moveTo>
                <a:lnTo>
                  <a:pt x="1767539" y="0"/>
                </a:lnTo>
                <a:lnTo>
                  <a:pt x="1767539" y="2938393"/>
                </a:lnTo>
                <a:lnTo>
                  <a:pt x="0" y="29383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789E474-09B5-EAAC-DB42-B16004D05D47}"/>
              </a:ext>
            </a:extLst>
          </p:cNvPr>
          <p:cNvGrpSpPr/>
          <p:nvPr/>
        </p:nvGrpSpPr>
        <p:grpSpPr>
          <a:xfrm>
            <a:off x="3230285" y="8339203"/>
            <a:ext cx="4355919" cy="2233601"/>
            <a:chOff x="0" y="0"/>
            <a:chExt cx="5807892" cy="297813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EB06CC6-B816-2F73-BB72-ED46FEE2C518}"/>
                </a:ext>
              </a:extLst>
            </p:cNvPr>
            <p:cNvSpPr/>
            <p:nvPr/>
          </p:nvSpPr>
          <p:spPr>
            <a:xfrm>
              <a:off x="0" y="211967"/>
              <a:ext cx="5807892" cy="2766168"/>
            </a:xfrm>
            <a:custGeom>
              <a:avLst/>
              <a:gdLst/>
              <a:ahLst/>
              <a:cxnLst/>
              <a:rect l="l" t="t" r="r" b="b"/>
              <a:pathLst>
                <a:path w="5807892" h="2766168">
                  <a:moveTo>
                    <a:pt x="0" y="0"/>
                  </a:moveTo>
                  <a:lnTo>
                    <a:pt x="5807892" y="0"/>
                  </a:lnTo>
                  <a:lnTo>
                    <a:pt x="5807892" y="2766168"/>
                  </a:lnTo>
                  <a:lnTo>
                    <a:pt x="0" y="2766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3717065-4893-DB77-A0FB-B573CBC2973B}"/>
                </a:ext>
              </a:extLst>
            </p:cNvPr>
            <p:cNvSpPr/>
            <p:nvPr/>
          </p:nvSpPr>
          <p:spPr>
            <a:xfrm>
              <a:off x="625302" y="0"/>
              <a:ext cx="1451973" cy="1706333"/>
            </a:xfrm>
            <a:custGeom>
              <a:avLst/>
              <a:gdLst/>
              <a:ahLst/>
              <a:cxnLst/>
              <a:rect l="l" t="t" r="r" b="b"/>
              <a:pathLst>
                <a:path w="1451973" h="1706333">
                  <a:moveTo>
                    <a:pt x="0" y="0"/>
                  </a:moveTo>
                  <a:lnTo>
                    <a:pt x="1451973" y="0"/>
                  </a:lnTo>
                  <a:lnTo>
                    <a:pt x="1451973" y="1706333"/>
                  </a:lnTo>
                  <a:lnTo>
                    <a:pt x="0" y="1706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78506E5-C20B-1A12-E5F7-21616F5DC215}"/>
                </a:ext>
              </a:extLst>
            </p:cNvPr>
            <p:cNvSpPr txBox="1"/>
            <p:nvPr/>
          </p:nvSpPr>
          <p:spPr>
            <a:xfrm>
              <a:off x="1138167" y="419490"/>
              <a:ext cx="427018" cy="1056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690"/>
                </a:lnSpc>
              </a:pPr>
              <a:r>
                <a:rPr lang="en-US" sz="4779">
                  <a:solidFill>
                    <a:srgbClr val="FFFFFF"/>
                  </a:solidFill>
                  <a:latin typeface="Lilita One"/>
                  <a:ea typeface="Lilita One"/>
                  <a:cs typeface="Lilita One"/>
                  <a:sym typeface="Lilita One"/>
                </a:rPr>
                <a:t>2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E874472-D607-60D2-2249-6071E3C94DF5}"/>
                </a:ext>
              </a:extLst>
            </p:cNvPr>
            <p:cNvSpPr txBox="1"/>
            <p:nvPr/>
          </p:nvSpPr>
          <p:spPr>
            <a:xfrm>
              <a:off x="2111370" y="903343"/>
              <a:ext cx="2164881" cy="5460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4"/>
                </a:lnSpc>
              </a:pPr>
              <a:r>
                <a:rPr lang="en-US" sz="2495">
                  <a:solidFill>
                    <a:srgbClr val="6B3A24"/>
                  </a:solidFill>
                  <a:latin typeface="Lilita One"/>
                  <a:ea typeface="Lilita One"/>
                  <a:cs typeface="Lilita One"/>
                  <a:sym typeface="Lilita One"/>
                </a:rPr>
                <a:t>MENENGAH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E7D48A5B-B79C-E3B1-7E32-4C4A1FDB4EE3}"/>
                </a:ext>
              </a:extLst>
            </p:cNvPr>
            <p:cNvSpPr txBox="1"/>
            <p:nvPr/>
          </p:nvSpPr>
          <p:spPr>
            <a:xfrm>
              <a:off x="2419220" y="1718388"/>
              <a:ext cx="1390291" cy="4239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89"/>
                </a:lnSpc>
              </a:pPr>
              <a:r>
                <a:rPr lang="en-US" sz="1189">
                  <a:solidFill>
                    <a:srgbClr val="6B3A24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Tingkatkan pemahamanmu!</a:t>
              </a:r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9ABD10F-B623-0121-B81A-06238F5FB669}"/>
                </a:ext>
              </a:extLst>
            </p:cNvPr>
            <p:cNvSpPr/>
            <p:nvPr/>
          </p:nvSpPr>
          <p:spPr>
            <a:xfrm>
              <a:off x="4345321" y="1483768"/>
              <a:ext cx="1049236" cy="858466"/>
            </a:xfrm>
            <a:custGeom>
              <a:avLst/>
              <a:gdLst/>
              <a:ahLst/>
              <a:cxnLst/>
              <a:rect l="l" t="t" r="r" b="b"/>
              <a:pathLst>
                <a:path w="1049236" h="858466">
                  <a:moveTo>
                    <a:pt x="0" y="0"/>
                  </a:moveTo>
                  <a:lnTo>
                    <a:pt x="1049236" y="0"/>
                  </a:lnTo>
                  <a:lnTo>
                    <a:pt x="1049236" y="858466"/>
                  </a:lnTo>
                  <a:lnTo>
                    <a:pt x="0" y="858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9743CD46-5B67-0A1E-AE3B-D5766338C62A}"/>
              </a:ext>
            </a:extLst>
          </p:cNvPr>
          <p:cNvGrpSpPr/>
          <p:nvPr/>
        </p:nvGrpSpPr>
        <p:grpSpPr>
          <a:xfrm>
            <a:off x="3090588" y="10741776"/>
            <a:ext cx="4556378" cy="2258099"/>
            <a:chOff x="0" y="0"/>
            <a:chExt cx="6075170" cy="301079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BDC7DBE-5BEA-4993-5E25-9613C0F5DEFB}"/>
                </a:ext>
              </a:extLst>
            </p:cNvPr>
            <p:cNvSpPr/>
            <p:nvPr/>
          </p:nvSpPr>
          <p:spPr>
            <a:xfrm>
              <a:off x="0" y="0"/>
              <a:ext cx="6075170" cy="3010799"/>
            </a:xfrm>
            <a:custGeom>
              <a:avLst/>
              <a:gdLst/>
              <a:ahLst/>
              <a:cxnLst/>
              <a:rect l="l" t="t" r="r" b="b"/>
              <a:pathLst>
                <a:path w="6075170" h="3010799">
                  <a:moveTo>
                    <a:pt x="0" y="0"/>
                  </a:moveTo>
                  <a:lnTo>
                    <a:pt x="6075170" y="0"/>
                  </a:lnTo>
                  <a:lnTo>
                    <a:pt x="6075170" y="3010799"/>
                  </a:lnTo>
                  <a:lnTo>
                    <a:pt x="0" y="3010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A849ECF-901F-1DF4-E3A7-6D1B447D3C5F}"/>
                </a:ext>
              </a:extLst>
            </p:cNvPr>
            <p:cNvSpPr/>
            <p:nvPr/>
          </p:nvSpPr>
          <p:spPr>
            <a:xfrm>
              <a:off x="835738" y="0"/>
              <a:ext cx="1467898" cy="1510757"/>
            </a:xfrm>
            <a:custGeom>
              <a:avLst/>
              <a:gdLst/>
              <a:ahLst/>
              <a:cxnLst/>
              <a:rect l="l" t="t" r="r" b="b"/>
              <a:pathLst>
                <a:path w="1467898" h="1510757">
                  <a:moveTo>
                    <a:pt x="0" y="0"/>
                  </a:moveTo>
                  <a:lnTo>
                    <a:pt x="1467898" y="0"/>
                  </a:lnTo>
                  <a:lnTo>
                    <a:pt x="1467898" y="1510757"/>
                  </a:lnTo>
                  <a:lnTo>
                    <a:pt x="0" y="1510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E4F5FB0A-1241-A891-EB5C-36B1C49739B3}"/>
                </a:ext>
              </a:extLst>
            </p:cNvPr>
            <p:cNvSpPr txBox="1"/>
            <p:nvPr/>
          </p:nvSpPr>
          <p:spPr>
            <a:xfrm>
              <a:off x="1354227" y="292307"/>
              <a:ext cx="431701" cy="10768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64"/>
                </a:lnSpc>
              </a:pPr>
              <a:r>
                <a:rPr lang="en-US" sz="4831">
                  <a:solidFill>
                    <a:srgbClr val="FFFFFF"/>
                  </a:solidFill>
                  <a:latin typeface="Lilita One"/>
                  <a:ea typeface="Lilita One"/>
                  <a:cs typeface="Lilita One"/>
                  <a:sym typeface="Lilita One"/>
                </a:rPr>
                <a:t>3</a:t>
              </a:r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EC8DC514-9C24-8696-5BA7-D9BE176B4248}"/>
                </a:ext>
              </a:extLst>
            </p:cNvPr>
            <p:cNvSpPr txBox="1"/>
            <p:nvPr/>
          </p:nvSpPr>
          <p:spPr>
            <a:xfrm>
              <a:off x="2086313" y="671207"/>
              <a:ext cx="2700081" cy="59554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836"/>
                </a:lnSpc>
              </a:pPr>
              <a:r>
                <a:rPr lang="en-US" sz="2740">
                  <a:solidFill>
                    <a:srgbClr val="1A3F64"/>
                  </a:solidFill>
                  <a:latin typeface="Lilita One"/>
                  <a:ea typeface="Lilita One"/>
                  <a:cs typeface="Lilita One"/>
                  <a:sym typeface="Lilita One"/>
                </a:rPr>
                <a:t>LANJUTAN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75440D6C-3BF8-DD91-4693-920864B22290}"/>
                </a:ext>
              </a:extLst>
            </p:cNvPr>
            <p:cNvSpPr txBox="1"/>
            <p:nvPr/>
          </p:nvSpPr>
          <p:spPr>
            <a:xfrm>
              <a:off x="2418421" y="1682228"/>
              <a:ext cx="2168546" cy="5785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46"/>
                </a:lnSpc>
              </a:pPr>
              <a:r>
                <a:rPr lang="en-US" sz="1455">
                  <a:solidFill>
                    <a:srgbClr val="1A3F64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Asah kemampuanmu lebih dalam!</a:t>
              </a:r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721CDAA-E8C4-57A5-A1A0-A29462F15876}"/>
                </a:ext>
              </a:extLst>
            </p:cNvPr>
            <p:cNvSpPr/>
            <p:nvPr/>
          </p:nvSpPr>
          <p:spPr>
            <a:xfrm>
              <a:off x="4810849" y="1500042"/>
              <a:ext cx="1050029" cy="867881"/>
            </a:xfrm>
            <a:custGeom>
              <a:avLst/>
              <a:gdLst/>
              <a:ahLst/>
              <a:cxnLst/>
              <a:rect l="l" t="t" r="r" b="b"/>
              <a:pathLst>
                <a:path w="1050029" h="867881">
                  <a:moveTo>
                    <a:pt x="0" y="0"/>
                  </a:moveTo>
                  <a:lnTo>
                    <a:pt x="1050030" y="0"/>
                  </a:lnTo>
                  <a:lnTo>
                    <a:pt x="1050030" y="867882"/>
                  </a:lnTo>
                  <a:lnTo>
                    <a:pt x="0" y="867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3C87AF07-6CBA-2C90-3C4E-127716B1BC10}"/>
              </a:ext>
            </a:extLst>
          </p:cNvPr>
          <p:cNvGrpSpPr/>
          <p:nvPr/>
        </p:nvGrpSpPr>
        <p:grpSpPr>
          <a:xfrm>
            <a:off x="3031885" y="12958193"/>
            <a:ext cx="5071357" cy="2523885"/>
            <a:chOff x="0" y="0"/>
            <a:chExt cx="6761810" cy="336518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1ED719FD-5B00-0F48-ACBD-C1FE4C196C65}"/>
                </a:ext>
              </a:extLst>
            </p:cNvPr>
            <p:cNvSpPr/>
            <p:nvPr/>
          </p:nvSpPr>
          <p:spPr>
            <a:xfrm>
              <a:off x="0" y="0"/>
              <a:ext cx="6761810" cy="3365180"/>
            </a:xfrm>
            <a:custGeom>
              <a:avLst/>
              <a:gdLst/>
              <a:ahLst/>
              <a:cxnLst/>
              <a:rect l="l" t="t" r="r" b="b"/>
              <a:pathLst>
                <a:path w="6761810" h="3365180">
                  <a:moveTo>
                    <a:pt x="0" y="0"/>
                  </a:moveTo>
                  <a:lnTo>
                    <a:pt x="6761810" y="0"/>
                  </a:lnTo>
                  <a:lnTo>
                    <a:pt x="6761810" y="3365180"/>
                  </a:lnTo>
                  <a:lnTo>
                    <a:pt x="0" y="3365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5673580-B74C-9A11-131E-EE664E37AA78}"/>
                </a:ext>
              </a:extLst>
            </p:cNvPr>
            <p:cNvSpPr/>
            <p:nvPr/>
          </p:nvSpPr>
          <p:spPr>
            <a:xfrm>
              <a:off x="1027376" y="0"/>
              <a:ext cx="1436229" cy="1687832"/>
            </a:xfrm>
            <a:custGeom>
              <a:avLst/>
              <a:gdLst/>
              <a:ahLst/>
              <a:cxnLst/>
              <a:rect l="l" t="t" r="r" b="b"/>
              <a:pathLst>
                <a:path w="1436229" h="1687832">
                  <a:moveTo>
                    <a:pt x="0" y="0"/>
                  </a:moveTo>
                  <a:lnTo>
                    <a:pt x="1436229" y="0"/>
                  </a:lnTo>
                  <a:lnTo>
                    <a:pt x="1436229" y="1687832"/>
                  </a:lnTo>
                  <a:lnTo>
                    <a:pt x="0" y="1687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689076C-5712-E5B7-A2BF-6BA732A7DDB9}"/>
                </a:ext>
              </a:extLst>
            </p:cNvPr>
            <p:cNvSpPr txBox="1"/>
            <p:nvPr/>
          </p:nvSpPr>
          <p:spPr>
            <a:xfrm>
              <a:off x="1573971" y="443172"/>
              <a:ext cx="471503" cy="1055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618"/>
                </a:lnSpc>
              </a:pPr>
              <a:r>
                <a:rPr lang="en-US" sz="4727">
                  <a:solidFill>
                    <a:srgbClr val="FFFFFF"/>
                  </a:solidFill>
                  <a:latin typeface="Lilita One"/>
                  <a:ea typeface="Lilita One"/>
                  <a:cs typeface="Lilita One"/>
                  <a:sym typeface="Lilita One"/>
                </a:rPr>
                <a:t>4</a:t>
              </a: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CDA23208-D3AE-35BA-FA2B-128B0CD244B9}"/>
                </a:ext>
              </a:extLst>
            </p:cNvPr>
            <p:cNvSpPr txBox="1"/>
            <p:nvPr/>
          </p:nvSpPr>
          <p:spPr>
            <a:xfrm>
              <a:off x="2644675" y="952079"/>
              <a:ext cx="2514680" cy="631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97"/>
                </a:lnSpc>
              </a:pPr>
              <a:r>
                <a:rPr lang="en-US" sz="2855">
                  <a:solidFill>
                    <a:srgbClr val="FFFFFF"/>
                  </a:solidFill>
                  <a:latin typeface="Lilita One"/>
                  <a:ea typeface="Lilita One"/>
                  <a:cs typeface="Lilita One"/>
                  <a:sym typeface="Lilita One"/>
                </a:rPr>
                <a:t>FINAL BOSS</a:t>
              </a:r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252C4970-8645-7E08-93F9-3E108CEF4457}"/>
                </a:ext>
              </a:extLst>
            </p:cNvPr>
            <p:cNvSpPr txBox="1"/>
            <p:nvPr/>
          </p:nvSpPr>
          <p:spPr>
            <a:xfrm>
              <a:off x="2880426" y="1985148"/>
              <a:ext cx="1984240" cy="507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98"/>
                </a:lnSpc>
              </a:pPr>
              <a:r>
                <a:rPr lang="en-US" sz="1362">
                  <a:solidFill>
                    <a:srgbClr val="FFFFFF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Tantangan terakhir! Buktikan kamu bisa!</a:t>
              </a:r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5B75CF5C-FA5F-AA63-CF01-35025C4C6D97}"/>
                </a:ext>
              </a:extLst>
            </p:cNvPr>
            <p:cNvSpPr/>
            <p:nvPr/>
          </p:nvSpPr>
          <p:spPr>
            <a:xfrm>
              <a:off x="5115912" y="1887017"/>
              <a:ext cx="828191" cy="849157"/>
            </a:xfrm>
            <a:custGeom>
              <a:avLst/>
              <a:gdLst/>
              <a:ahLst/>
              <a:cxnLst/>
              <a:rect l="l" t="t" r="r" b="b"/>
              <a:pathLst>
                <a:path w="828191" h="849157">
                  <a:moveTo>
                    <a:pt x="0" y="0"/>
                  </a:moveTo>
                  <a:lnTo>
                    <a:pt x="828190" y="0"/>
                  </a:lnTo>
                  <a:lnTo>
                    <a:pt x="828190" y="849157"/>
                  </a:lnTo>
                  <a:lnTo>
                    <a:pt x="0" y="849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EEDCD834-7116-5AEF-68CA-84EE2015E17A}"/>
                </a:ext>
              </a:extLst>
            </p:cNvPr>
            <p:cNvSpPr/>
            <p:nvPr/>
          </p:nvSpPr>
          <p:spPr>
            <a:xfrm>
              <a:off x="817707" y="1467680"/>
              <a:ext cx="1645898" cy="1478163"/>
            </a:xfrm>
            <a:custGeom>
              <a:avLst/>
              <a:gdLst/>
              <a:ahLst/>
              <a:cxnLst/>
              <a:rect l="l" t="t" r="r" b="b"/>
              <a:pathLst>
                <a:path w="1645898" h="1478163">
                  <a:moveTo>
                    <a:pt x="0" y="0"/>
                  </a:moveTo>
                  <a:lnTo>
                    <a:pt x="1645898" y="0"/>
                  </a:lnTo>
                  <a:lnTo>
                    <a:pt x="1645898" y="1478163"/>
                  </a:lnTo>
                  <a:lnTo>
                    <a:pt x="0" y="1478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sp>
        <p:nvSpPr>
          <p:cNvPr id="26" name="Freeform 26">
            <a:extLst>
              <a:ext uri="{FF2B5EF4-FFF2-40B4-BE49-F238E27FC236}">
                <a16:creationId xmlns:a16="http://schemas.microsoft.com/office/drawing/2014/main" id="{280DBB31-C037-4F00-1B11-7737F9AFC7D1}"/>
              </a:ext>
            </a:extLst>
          </p:cNvPr>
          <p:cNvSpPr/>
          <p:nvPr/>
        </p:nvSpPr>
        <p:spPr>
          <a:xfrm>
            <a:off x="9071337" y="12708450"/>
            <a:ext cx="1328469" cy="5854269"/>
          </a:xfrm>
          <a:custGeom>
            <a:avLst/>
            <a:gdLst/>
            <a:ahLst/>
            <a:cxnLst/>
            <a:rect l="l" t="t" r="r" b="b"/>
            <a:pathLst>
              <a:path w="1328469" h="5854269">
                <a:moveTo>
                  <a:pt x="0" y="0"/>
                </a:moveTo>
                <a:lnTo>
                  <a:pt x="1328469" y="0"/>
                </a:lnTo>
                <a:lnTo>
                  <a:pt x="1328469" y="5854269"/>
                </a:lnTo>
                <a:lnTo>
                  <a:pt x="0" y="58542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grpSp>
        <p:nvGrpSpPr>
          <p:cNvPr id="27" name="Group 27">
            <a:extLst>
              <a:ext uri="{FF2B5EF4-FFF2-40B4-BE49-F238E27FC236}">
                <a16:creationId xmlns:a16="http://schemas.microsoft.com/office/drawing/2014/main" id="{C37442DC-1A22-4C03-A64F-32FF61C0929F}"/>
              </a:ext>
            </a:extLst>
          </p:cNvPr>
          <p:cNvGrpSpPr/>
          <p:nvPr/>
        </p:nvGrpSpPr>
        <p:grpSpPr>
          <a:xfrm>
            <a:off x="1773424" y="614853"/>
            <a:ext cx="6971038" cy="5024403"/>
            <a:chOff x="0" y="0"/>
            <a:chExt cx="9294718" cy="6699205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9DD46145-5355-5606-1919-7D688EF83AC3}"/>
                </a:ext>
              </a:extLst>
            </p:cNvPr>
            <p:cNvSpPr/>
            <p:nvPr/>
          </p:nvSpPr>
          <p:spPr>
            <a:xfrm rot="332390">
              <a:off x="1792151" y="4603093"/>
              <a:ext cx="5884291" cy="1816325"/>
            </a:xfrm>
            <a:custGeom>
              <a:avLst/>
              <a:gdLst/>
              <a:ahLst/>
              <a:cxnLst/>
              <a:rect l="l" t="t" r="r" b="b"/>
              <a:pathLst>
                <a:path w="5884291" h="1816325">
                  <a:moveTo>
                    <a:pt x="0" y="0"/>
                  </a:moveTo>
                  <a:lnTo>
                    <a:pt x="5884291" y="0"/>
                  </a:lnTo>
                  <a:lnTo>
                    <a:pt x="5884291" y="1816324"/>
                  </a:lnTo>
                  <a:lnTo>
                    <a:pt x="0" y="18163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62BF786A-F871-EB64-F8AF-9BC96896BA65}"/>
                </a:ext>
              </a:extLst>
            </p:cNvPr>
            <p:cNvSpPr txBox="1"/>
            <p:nvPr/>
          </p:nvSpPr>
          <p:spPr>
            <a:xfrm rot="-99609">
              <a:off x="2390026" y="5005662"/>
              <a:ext cx="4866579" cy="6131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4"/>
                </a:lnSpc>
              </a:pPr>
              <a:r>
                <a:rPr lang="en-US" sz="2803">
                  <a:solidFill>
                    <a:srgbClr val="6B3A24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Kelas X: Level Tantangan</a:t>
              </a:r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C4FA38ED-13FE-AA48-5A45-23F14C6A272A}"/>
                </a:ext>
              </a:extLst>
            </p:cNvPr>
            <p:cNvSpPr/>
            <p:nvPr/>
          </p:nvSpPr>
          <p:spPr>
            <a:xfrm>
              <a:off x="0" y="0"/>
              <a:ext cx="9294718" cy="4483975"/>
            </a:xfrm>
            <a:custGeom>
              <a:avLst/>
              <a:gdLst/>
              <a:ahLst/>
              <a:cxnLst/>
              <a:rect l="l" t="t" r="r" b="b"/>
              <a:pathLst>
                <a:path w="9294718" h="4483975">
                  <a:moveTo>
                    <a:pt x="0" y="0"/>
                  </a:moveTo>
                  <a:lnTo>
                    <a:pt x="9294718" y="0"/>
                  </a:lnTo>
                  <a:lnTo>
                    <a:pt x="9294718" y="4483975"/>
                  </a:lnTo>
                  <a:lnTo>
                    <a:pt x="0" y="4483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494E087F-B99B-0002-BC82-173DC0E214FD}"/>
                </a:ext>
              </a:extLst>
            </p:cNvPr>
            <p:cNvSpPr txBox="1"/>
            <p:nvPr/>
          </p:nvSpPr>
          <p:spPr>
            <a:xfrm>
              <a:off x="2221438" y="839913"/>
              <a:ext cx="5019148" cy="20530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20"/>
                </a:lnSpc>
              </a:pPr>
              <a:r>
                <a:rPr lang="en-US" sz="9300" b="1">
                  <a:solidFill>
                    <a:srgbClr val="38B6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MATH</a:t>
              </a:r>
            </a:p>
          </p:txBody>
        </p:sp>
        <p:sp>
          <p:nvSpPr>
            <p:cNvPr id="32" name="TextBox 32">
              <a:extLst>
                <a:ext uri="{FF2B5EF4-FFF2-40B4-BE49-F238E27FC236}">
                  <a16:creationId xmlns:a16="http://schemas.microsoft.com/office/drawing/2014/main" id="{86BEFBEF-7D70-45DA-E294-4F3375B15085}"/>
                </a:ext>
              </a:extLst>
            </p:cNvPr>
            <p:cNvSpPr txBox="1"/>
            <p:nvPr/>
          </p:nvSpPr>
          <p:spPr>
            <a:xfrm>
              <a:off x="1817117" y="2288727"/>
              <a:ext cx="5660483" cy="20530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20"/>
                </a:lnSpc>
              </a:pPr>
              <a:r>
                <a:rPr lang="en-US" sz="9300" b="1">
                  <a:solidFill>
                    <a:srgbClr val="FFBD59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QUEST</a:t>
              </a:r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12AF7089-B255-5C5A-46C2-D65F2B7238D8}"/>
                </a:ext>
              </a:extLst>
            </p:cNvPr>
            <p:cNvSpPr txBox="1"/>
            <p:nvPr/>
          </p:nvSpPr>
          <p:spPr>
            <a:xfrm>
              <a:off x="1314506" y="3702981"/>
              <a:ext cx="7221996" cy="15490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69"/>
                </a:lnSpc>
              </a:pPr>
              <a:r>
                <a:rPr lang="en-US" sz="6978">
                  <a:solidFill>
                    <a:srgbClr val="FFBD59"/>
                  </a:solidFill>
                  <a:latin typeface="Brusher"/>
                  <a:ea typeface="Brusher"/>
                  <a:cs typeface="Brusher"/>
                  <a:sym typeface="Brusher"/>
                </a:rPr>
                <a:t>Ayo Taklukkan!</a:t>
              </a:r>
            </a:p>
          </p:txBody>
        </p:sp>
      </p:grpSp>
      <p:grpSp>
        <p:nvGrpSpPr>
          <p:cNvPr id="34" name="Group 34">
            <a:extLst>
              <a:ext uri="{FF2B5EF4-FFF2-40B4-BE49-F238E27FC236}">
                <a16:creationId xmlns:a16="http://schemas.microsoft.com/office/drawing/2014/main" id="{569B122A-8A55-5232-AE9B-70B6A4C0D5C1}"/>
              </a:ext>
            </a:extLst>
          </p:cNvPr>
          <p:cNvGrpSpPr/>
          <p:nvPr/>
        </p:nvGrpSpPr>
        <p:grpSpPr>
          <a:xfrm>
            <a:off x="3192888" y="5821210"/>
            <a:ext cx="4454078" cy="2288414"/>
            <a:chOff x="0" y="0"/>
            <a:chExt cx="5938770" cy="3051219"/>
          </a:xfrm>
        </p:grpSpPr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F17E97DD-D346-4747-F5E1-0DC17215EC8D}"/>
                </a:ext>
              </a:extLst>
            </p:cNvPr>
            <p:cNvSpPr/>
            <p:nvPr/>
          </p:nvSpPr>
          <p:spPr>
            <a:xfrm>
              <a:off x="0" y="0"/>
              <a:ext cx="5938770" cy="3051219"/>
            </a:xfrm>
            <a:custGeom>
              <a:avLst/>
              <a:gdLst/>
              <a:ahLst/>
              <a:cxnLst/>
              <a:rect l="l" t="t" r="r" b="b"/>
              <a:pathLst>
                <a:path w="5938770" h="3051219">
                  <a:moveTo>
                    <a:pt x="0" y="0"/>
                  </a:moveTo>
                  <a:lnTo>
                    <a:pt x="5938770" y="0"/>
                  </a:lnTo>
                  <a:lnTo>
                    <a:pt x="5938770" y="3051219"/>
                  </a:lnTo>
                  <a:lnTo>
                    <a:pt x="0" y="3051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EECC844E-649C-C070-BAC0-BB38CE1C3A4A}"/>
                </a:ext>
              </a:extLst>
            </p:cNvPr>
            <p:cNvSpPr/>
            <p:nvPr/>
          </p:nvSpPr>
          <p:spPr>
            <a:xfrm>
              <a:off x="455929" y="0"/>
              <a:ext cx="1601598" cy="1648360"/>
            </a:xfrm>
            <a:custGeom>
              <a:avLst/>
              <a:gdLst/>
              <a:ahLst/>
              <a:cxnLst/>
              <a:rect l="l" t="t" r="r" b="b"/>
              <a:pathLst>
                <a:path w="1601598" h="1648360">
                  <a:moveTo>
                    <a:pt x="0" y="0"/>
                  </a:moveTo>
                  <a:lnTo>
                    <a:pt x="1601598" y="0"/>
                  </a:lnTo>
                  <a:lnTo>
                    <a:pt x="1601598" y="1648360"/>
                  </a:lnTo>
                  <a:lnTo>
                    <a:pt x="0" y="1648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D401AA0-3EDC-77A5-4840-ED8A284C650D}"/>
                </a:ext>
              </a:extLst>
            </p:cNvPr>
            <p:cNvSpPr txBox="1"/>
            <p:nvPr/>
          </p:nvSpPr>
          <p:spPr>
            <a:xfrm>
              <a:off x="2259445" y="838417"/>
              <a:ext cx="1599283" cy="6960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37"/>
                </a:lnSpc>
              </a:pPr>
              <a:r>
                <a:rPr lang="en-US" sz="3098">
                  <a:solidFill>
                    <a:srgbClr val="1A3F64"/>
                  </a:solidFill>
                  <a:latin typeface="Lilita One"/>
                  <a:ea typeface="Lilita One"/>
                  <a:cs typeface="Lilita One"/>
                  <a:sym typeface="Lilita One"/>
                </a:rPr>
                <a:t>DASAR</a:t>
              </a:r>
            </a:p>
          </p:txBody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D3B83CB3-FC3A-1E86-9B61-40FD103A5A2A}"/>
                </a:ext>
              </a:extLst>
            </p:cNvPr>
            <p:cNvSpPr txBox="1"/>
            <p:nvPr/>
          </p:nvSpPr>
          <p:spPr>
            <a:xfrm>
              <a:off x="2127138" y="1810978"/>
              <a:ext cx="2103490" cy="5129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518"/>
                </a:lnSpc>
              </a:pPr>
              <a:r>
                <a:rPr lang="en-US" sz="1518">
                  <a:solidFill>
                    <a:srgbClr val="1A3F64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Kenali konsep awalnya!</a:t>
              </a:r>
            </a:p>
          </p:txBody>
        </p:sp>
        <p:sp>
          <p:nvSpPr>
            <p:cNvPr id="39" name="Freeform 39">
              <a:extLst>
                <a:ext uri="{FF2B5EF4-FFF2-40B4-BE49-F238E27FC236}">
                  <a16:creationId xmlns:a16="http://schemas.microsoft.com/office/drawing/2014/main" id="{B76577C2-9A22-58DE-A85E-97A354E7B8B6}"/>
                </a:ext>
              </a:extLst>
            </p:cNvPr>
            <p:cNvSpPr/>
            <p:nvPr/>
          </p:nvSpPr>
          <p:spPr>
            <a:xfrm>
              <a:off x="4337173" y="1402859"/>
              <a:ext cx="1145668" cy="946930"/>
            </a:xfrm>
            <a:custGeom>
              <a:avLst/>
              <a:gdLst/>
              <a:ahLst/>
              <a:cxnLst/>
              <a:rect l="l" t="t" r="r" b="b"/>
              <a:pathLst>
                <a:path w="1145668" h="946930">
                  <a:moveTo>
                    <a:pt x="0" y="0"/>
                  </a:moveTo>
                  <a:lnTo>
                    <a:pt x="1145668" y="0"/>
                  </a:lnTo>
                  <a:lnTo>
                    <a:pt x="1145668" y="946930"/>
                  </a:lnTo>
                  <a:lnTo>
                    <a:pt x="0" y="9469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  <p:sp>
          <p:nvSpPr>
            <p:cNvPr id="40" name="TextBox 40">
              <a:hlinkClick r:id="rId22" action="ppaction://hlinksldjump">
                <a:snd r:embed="rId23" name="click.wav"/>
              </a:hlinkClick>
              <a:extLst>
                <a:ext uri="{FF2B5EF4-FFF2-40B4-BE49-F238E27FC236}">
                  <a16:creationId xmlns:a16="http://schemas.microsoft.com/office/drawing/2014/main" id="{D51A7014-02C0-48CE-B632-9877DDD7132B}"/>
                </a:ext>
              </a:extLst>
            </p:cNvPr>
            <p:cNvSpPr txBox="1"/>
            <p:nvPr/>
          </p:nvSpPr>
          <p:spPr>
            <a:xfrm>
              <a:off x="1098322" y="344104"/>
              <a:ext cx="284804" cy="11654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380"/>
                </a:lnSpc>
              </a:pPr>
              <a:r>
                <a:rPr lang="en-US" sz="5271">
                  <a:solidFill>
                    <a:schemeClr val="bg1"/>
                  </a:solidFill>
                  <a:latin typeface="Lilita One"/>
                  <a:ea typeface="Lilita One"/>
                  <a:cs typeface="Lilita One"/>
                  <a:sym typeface="Lilita One"/>
                </a:rPr>
                <a:t>1</a:t>
              </a:r>
            </a:p>
          </p:txBody>
        </p:sp>
      </p:grpSp>
      <p:sp>
        <p:nvSpPr>
          <p:cNvPr id="41" name="Freeform 41">
            <a:extLst>
              <a:ext uri="{FF2B5EF4-FFF2-40B4-BE49-F238E27FC236}">
                <a16:creationId xmlns:a16="http://schemas.microsoft.com/office/drawing/2014/main" id="{303C4038-A973-CE82-48B6-007D125739FC}"/>
              </a:ext>
            </a:extLst>
          </p:cNvPr>
          <p:cNvSpPr/>
          <p:nvPr/>
        </p:nvSpPr>
        <p:spPr>
          <a:xfrm>
            <a:off x="8775820" y="835334"/>
            <a:ext cx="740216" cy="740216"/>
          </a:xfrm>
          <a:custGeom>
            <a:avLst/>
            <a:gdLst/>
            <a:ahLst/>
            <a:cxnLst/>
            <a:rect l="l" t="t" r="r" b="b"/>
            <a:pathLst>
              <a:path w="740216" h="740216">
                <a:moveTo>
                  <a:pt x="0" y="0"/>
                </a:moveTo>
                <a:lnTo>
                  <a:pt x="740216" y="0"/>
                </a:lnTo>
                <a:lnTo>
                  <a:pt x="740216" y="740216"/>
                </a:lnTo>
                <a:lnTo>
                  <a:pt x="0" y="740216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42" name="Freeform 42">
            <a:hlinkClick r:id="rId25" action="ppaction://hlinksldjump">
              <a:snd r:embed="rId23" name="click.wav"/>
            </a:hlinkClick>
            <a:extLst>
              <a:ext uri="{FF2B5EF4-FFF2-40B4-BE49-F238E27FC236}">
                <a16:creationId xmlns:a16="http://schemas.microsoft.com/office/drawing/2014/main" id="{E3A9DA00-F9E8-3DC9-1BFF-E1F2F29A2B26}"/>
              </a:ext>
            </a:extLst>
          </p:cNvPr>
          <p:cNvSpPr/>
          <p:nvPr/>
        </p:nvSpPr>
        <p:spPr>
          <a:xfrm>
            <a:off x="594222" y="770964"/>
            <a:ext cx="868955" cy="868955"/>
          </a:xfrm>
          <a:custGeom>
            <a:avLst/>
            <a:gdLst/>
            <a:ahLst/>
            <a:cxnLst/>
            <a:rect l="l" t="t" r="r" b="b"/>
            <a:pathLst>
              <a:path w="868955" h="868955">
                <a:moveTo>
                  <a:pt x="0" y="0"/>
                </a:moveTo>
                <a:lnTo>
                  <a:pt x="868956" y="0"/>
                </a:lnTo>
                <a:lnTo>
                  <a:pt x="868956" y="868955"/>
                </a:lnTo>
                <a:lnTo>
                  <a:pt x="0" y="8689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>
            <a:hlinkClick r:id="rId27" action="ppaction://hlinksldjump">
              <a:snd r:embed="rId23" name="click.wav"/>
            </a:hlinkClick>
            <a:extLst>
              <a:ext uri="{FF2B5EF4-FFF2-40B4-BE49-F238E27FC236}">
                <a16:creationId xmlns:a16="http://schemas.microsoft.com/office/drawing/2014/main" id="{18F9EAC3-E89B-1ABA-D047-C797CC09789C}"/>
              </a:ext>
            </a:extLst>
          </p:cNvPr>
          <p:cNvSpPr/>
          <p:nvPr/>
        </p:nvSpPr>
        <p:spPr>
          <a:xfrm>
            <a:off x="433838" y="16650282"/>
            <a:ext cx="1960311" cy="695910"/>
          </a:xfrm>
          <a:custGeom>
            <a:avLst/>
            <a:gdLst/>
            <a:ahLst/>
            <a:cxnLst/>
            <a:rect l="l" t="t" r="r" b="b"/>
            <a:pathLst>
              <a:path w="1960311" h="695910">
                <a:moveTo>
                  <a:pt x="0" y="0"/>
                </a:moveTo>
                <a:lnTo>
                  <a:pt x="1960311" y="0"/>
                </a:lnTo>
                <a:lnTo>
                  <a:pt x="1960311" y="695910"/>
                </a:lnTo>
                <a:lnTo>
                  <a:pt x="0" y="69591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681650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D355E-F28D-7848-4108-8BDB07B82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3FAA2C-C430-DD8C-2DDF-BEC725B33388}"/>
              </a:ext>
            </a:extLst>
          </p:cNvPr>
          <p:cNvSpPr/>
          <p:nvPr/>
        </p:nvSpPr>
        <p:spPr>
          <a:xfrm>
            <a:off x="-451485" y="0"/>
            <a:ext cx="11189970" cy="18288000"/>
          </a:xfrm>
          <a:custGeom>
            <a:avLst/>
            <a:gdLst/>
            <a:ahLst/>
            <a:cxnLst/>
            <a:rect l="l" t="t" r="r" b="b"/>
            <a:pathLst>
              <a:path w="11189970" h="18288000">
                <a:moveTo>
                  <a:pt x="0" y="0"/>
                </a:moveTo>
                <a:lnTo>
                  <a:pt x="11189970" y="0"/>
                </a:lnTo>
                <a:lnTo>
                  <a:pt x="1118997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B5F5EC4-F820-0234-646F-5B9185A5F5BF}"/>
              </a:ext>
            </a:extLst>
          </p:cNvPr>
          <p:cNvSpPr/>
          <p:nvPr/>
        </p:nvSpPr>
        <p:spPr>
          <a:xfrm>
            <a:off x="8742732" y="835334"/>
            <a:ext cx="740216" cy="740216"/>
          </a:xfrm>
          <a:custGeom>
            <a:avLst/>
            <a:gdLst/>
            <a:ahLst/>
            <a:cxnLst/>
            <a:rect l="l" t="t" r="r" b="b"/>
            <a:pathLst>
              <a:path w="740216" h="740216">
                <a:moveTo>
                  <a:pt x="0" y="0"/>
                </a:moveTo>
                <a:lnTo>
                  <a:pt x="740216" y="0"/>
                </a:lnTo>
                <a:lnTo>
                  <a:pt x="740216" y="740216"/>
                </a:lnTo>
                <a:lnTo>
                  <a:pt x="0" y="7402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74ECA8C-5F07-15AC-9C0C-D3BF8E3A194D}"/>
              </a:ext>
            </a:extLst>
          </p:cNvPr>
          <p:cNvSpPr/>
          <p:nvPr/>
        </p:nvSpPr>
        <p:spPr>
          <a:xfrm>
            <a:off x="594222" y="770964"/>
            <a:ext cx="868955" cy="868955"/>
          </a:xfrm>
          <a:custGeom>
            <a:avLst/>
            <a:gdLst/>
            <a:ahLst/>
            <a:cxnLst/>
            <a:rect l="l" t="t" r="r" b="b"/>
            <a:pathLst>
              <a:path w="868955" h="868955">
                <a:moveTo>
                  <a:pt x="0" y="0"/>
                </a:moveTo>
                <a:lnTo>
                  <a:pt x="868956" y="0"/>
                </a:lnTo>
                <a:lnTo>
                  <a:pt x="868956" y="868955"/>
                </a:lnTo>
                <a:lnTo>
                  <a:pt x="0" y="8689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516A023-EED9-CBDE-AFC7-6A762BB02E87}"/>
              </a:ext>
            </a:extLst>
          </p:cNvPr>
          <p:cNvSpPr/>
          <p:nvPr/>
        </p:nvSpPr>
        <p:spPr>
          <a:xfrm>
            <a:off x="594222" y="6752923"/>
            <a:ext cx="9086367" cy="5745699"/>
          </a:xfrm>
          <a:custGeom>
            <a:avLst/>
            <a:gdLst/>
            <a:ahLst/>
            <a:cxnLst/>
            <a:rect l="l" t="t" r="r" b="b"/>
            <a:pathLst>
              <a:path w="9086367" h="5745699">
                <a:moveTo>
                  <a:pt x="0" y="0"/>
                </a:moveTo>
                <a:lnTo>
                  <a:pt x="9086368" y="0"/>
                </a:lnTo>
                <a:lnTo>
                  <a:pt x="9086368" y="5745699"/>
                </a:lnTo>
                <a:lnTo>
                  <a:pt x="0" y="57456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9814" r="-29814"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74D95E9-46B0-B6F4-CB45-D818ABCB4CE5}"/>
              </a:ext>
            </a:extLst>
          </p:cNvPr>
          <p:cNvSpPr/>
          <p:nvPr/>
        </p:nvSpPr>
        <p:spPr>
          <a:xfrm>
            <a:off x="-135144" y="13816230"/>
            <a:ext cx="2412156" cy="3328165"/>
          </a:xfrm>
          <a:custGeom>
            <a:avLst/>
            <a:gdLst/>
            <a:ahLst/>
            <a:cxnLst/>
            <a:rect l="l" t="t" r="r" b="b"/>
            <a:pathLst>
              <a:path w="2412156" h="3328165">
                <a:moveTo>
                  <a:pt x="0" y="0"/>
                </a:moveTo>
                <a:lnTo>
                  <a:pt x="2412157" y="0"/>
                </a:lnTo>
                <a:lnTo>
                  <a:pt x="2412157" y="3328165"/>
                </a:lnTo>
                <a:lnTo>
                  <a:pt x="0" y="33281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CC39E58-8147-A903-845E-973CBBAF0534}"/>
              </a:ext>
            </a:extLst>
          </p:cNvPr>
          <p:cNvSpPr/>
          <p:nvPr/>
        </p:nvSpPr>
        <p:spPr>
          <a:xfrm>
            <a:off x="8678896" y="15963762"/>
            <a:ext cx="1608104" cy="1180633"/>
          </a:xfrm>
          <a:custGeom>
            <a:avLst/>
            <a:gdLst/>
            <a:ahLst/>
            <a:cxnLst/>
            <a:rect l="l" t="t" r="r" b="b"/>
            <a:pathLst>
              <a:path w="1608104" h="1180633">
                <a:moveTo>
                  <a:pt x="0" y="0"/>
                </a:moveTo>
                <a:lnTo>
                  <a:pt x="1608104" y="0"/>
                </a:lnTo>
                <a:lnTo>
                  <a:pt x="1608104" y="1180633"/>
                </a:lnTo>
                <a:lnTo>
                  <a:pt x="0" y="11806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881B57F-15C4-B025-72BF-7F16C6BC86BF}"/>
              </a:ext>
            </a:extLst>
          </p:cNvPr>
          <p:cNvSpPr/>
          <p:nvPr/>
        </p:nvSpPr>
        <p:spPr>
          <a:xfrm>
            <a:off x="2050052" y="1511180"/>
            <a:ext cx="5796404" cy="3434433"/>
          </a:xfrm>
          <a:custGeom>
            <a:avLst/>
            <a:gdLst/>
            <a:ahLst/>
            <a:cxnLst/>
            <a:rect l="l" t="t" r="r" b="b"/>
            <a:pathLst>
              <a:path w="5796404" h="3434433">
                <a:moveTo>
                  <a:pt x="0" y="0"/>
                </a:moveTo>
                <a:lnTo>
                  <a:pt x="5796404" y="0"/>
                </a:lnTo>
                <a:lnTo>
                  <a:pt x="5796404" y="3434433"/>
                </a:lnTo>
                <a:lnTo>
                  <a:pt x="0" y="343443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74D9561-544D-DEE6-2C57-FFBA703A7427}"/>
              </a:ext>
            </a:extLst>
          </p:cNvPr>
          <p:cNvSpPr txBox="1"/>
          <p:nvPr/>
        </p:nvSpPr>
        <p:spPr>
          <a:xfrm>
            <a:off x="3624733" y="2231985"/>
            <a:ext cx="2902390" cy="1333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23"/>
              </a:lnSpc>
            </a:pPr>
            <a:r>
              <a:rPr lang="en-US" sz="7802">
                <a:solidFill>
                  <a:srgbClr val="FFCC4C"/>
                </a:solidFill>
                <a:latin typeface="Lilita One"/>
                <a:ea typeface="Lilita One"/>
                <a:cs typeface="Lilita One"/>
                <a:sym typeface="Lilita One"/>
              </a:rPr>
              <a:t>MATH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C58F6CA-F6A0-00CF-DC7D-B11669082569}"/>
              </a:ext>
            </a:extLst>
          </p:cNvPr>
          <p:cNvSpPr txBox="1"/>
          <p:nvPr/>
        </p:nvSpPr>
        <p:spPr>
          <a:xfrm>
            <a:off x="3402478" y="3075247"/>
            <a:ext cx="3346900" cy="1333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23"/>
              </a:lnSpc>
            </a:pPr>
            <a:r>
              <a:rPr lang="en-US" sz="7802">
                <a:solidFill>
                  <a:srgbClr val="F8E8E0"/>
                </a:solidFill>
                <a:latin typeface="Lilita One"/>
                <a:ea typeface="Lilita One"/>
                <a:cs typeface="Lilita One"/>
                <a:sym typeface="Lilita One"/>
              </a:rPr>
              <a:t>QUEST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BDD2540-07CE-538E-5B5D-887331C1E2CC}"/>
              </a:ext>
            </a:extLst>
          </p:cNvPr>
          <p:cNvGrpSpPr/>
          <p:nvPr/>
        </p:nvGrpSpPr>
        <p:grpSpPr>
          <a:xfrm>
            <a:off x="2050052" y="4447684"/>
            <a:ext cx="6051752" cy="1238439"/>
            <a:chOff x="2050052" y="4447684"/>
            <a:chExt cx="6051752" cy="123843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2F45FEBB-8A10-FC9B-EC82-02DF351EA592}"/>
                </a:ext>
              </a:extLst>
            </p:cNvPr>
            <p:cNvSpPr/>
            <p:nvPr/>
          </p:nvSpPr>
          <p:spPr>
            <a:xfrm>
              <a:off x="2050052" y="4447684"/>
              <a:ext cx="6051752" cy="1238439"/>
            </a:xfrm>
            <a:custGeom>
              <a:avLst/>
              <a:gdLst/>
              <a:ahLst/>
              <a:cxnLst/>
              <a:rect l="l" t="t" r="r" b="b"/>
              <a:pathLst>
                <a:path w="6051752" h="1238439">
                  <a:moveTo>
                    <a:pt x="0" y="0"/>
                  </a:moveTo>
                  <a:lnTo>
                    <a:pt x="6051752" y="0"/>
                  </a:lnTo>
                  <a:lnTo>
                    <a:pt x="6051752" y="1238439"/>
                  </a:lnTo>
                  <a:lnTo>
                    <a:pt x="0" y="1238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59ADDA61-5D43-40BF-278A-EF1C45D2BC5C}"/>
                </a:ext>
              </a:extLst>
            </p:cNvPr>
            <p:cNvSpPr txBox="1"/>
            <p:nvPr/>
          </p:nvSpPr>
          <p:spPr>
            <a:xfrm>
              <a:off x="3956933" y="4598484"/>
              <a:ext cx="2373134" cy="62017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5255"/>
                </a:lnSpc>
                <a:spcBef>
                  <a:spcPct val="0"/>
                </a:spcBef>
              </a:pPr>
              <a:r>
                <a:rPr lang="en-US" sz="3753">
                  <a:solidFill>
                    <a:srgbClr val="522F27"/>
                  </a:solidFill>
                  <a:latin typeface="Bobby Jones"/>
                  <a:ea typeface="Bobby Jones"/>
                  <a:cs typeface="Bobby Jones"/>
                  <a:sym typeface="Bobby Jones"/>
                </a:rPr>
                <a:t>LEVEL 1</a:t>
              </a:r>
            </a:p>
          </p:txBody>
        </p:sp>
      </p:grpSp>
      <p:pic>
        <p:nvPicPr>
          <p:cNvPr id="24" name="ISPRING_QUIZ_SHAPE1">
            <a:extLst>
              <a:ext uri="{FF2B5EF4-FFF2-40B4-BE49-F238E27FC236}">
                <a16:creationId xmlns:a16="http://schemas.microsoft.com/office/drawing/2014/main" id="{71065172-A4EC-37CD-809F-190746EC30E0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440677" y="0"/>
            <a:ext cx="11189969" cy="18440400"/>
          </a:xfrm>
          <a:prstGeom prst="rect">
            <a:avLst/>
          </a:prstGeom>
          <a:effectLst>
            <a:outerShdw blurRad="114300" dist="38100" dir="5400000" rotWithShape="0">
              <a:scrgbClr r="0" g="0" b="0">
                <a:alpha val="20000"/>
              </a:scrgbClr>
            </a:outerShdw>
          </a:effectLst>
        </p:spPr>
      </p:pic>
      <p:sp>
        <p:nvSpPr>
          <p:cNvPr id="30" name="Freeform 4">
            <a:hlinkClick r:id="rId13" action="ppaction://hlinksldjump">
              <a:snd r:embed="rId14" name="click.wav"/>
            </a:hlinkClick>
            <a:extLst>
              <a:ext uri="{FF2B5EF4-FFF2-40B4-BE49-F238E27FC236}">
                <a16:creationId xmlns:a16="http://schemas.microsoft.com/office/drawing/2014/main" id="{C3F33E19-FE30-5C4D-38FE-99ACA48D83CE}"/>
              </a:ext>
            </a:extLst>
          </p:cNvPr>
          <p:cNvSpPr/>
          <p:nvPr/>
        </p:nvSpPr>
        <p:spPr>
          <a:xfrm>
            <a:off x="201979" y="770964"/>
            <a:ext cx="951797" cy="868955"/>
          </a:xfrm>
          <a:custGeom>
            <a:avLst/>
            <a:gdLst/>
            <a:ahLst/>
            <a:cxnLst/>
            <a:rect l="l" t="t" r="r" b="b"/>
            <a:pathLst>
              <a:path w="868955" h="868955">
                <a:moveTo>
                  <a:pt x="0" y="0"/>
                </a:moveTo>
                <a:lnTo>
                  <a:pt x="868956" y="0"/>
                </a:lnTo>
                <a:lnTo>
                  <a:pt x="868956" y="868955"/>
                </a:lnTo>
                <a:lnTo>
                  <a:pt x="0" y="8689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218938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8234A-CDE0-5E58-56E6-8E4E886F9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1DD3EC6-73C9-6B53-BA68-3F7D5E523BBD}"/>
              </a:ext>
            </a:extLst>
          </p:cNvPr>
          <p:cNvSpPr/>
          <p:nvPr/>
        </p:nvSpPr>
        <p:spPr>
          <a:xfrm>
            <a:off x="-451485" y="0"/>
            <a:ext cx="11189970" cy="18288000"/>
          </a:xfrm>
          <a:custGeom>
            <a:avLst/>
            <a:gdLst/>
            <a:ahLst/>
            <a:cxnLst/>
            <a:rect l="l" t="t" r="r" b="b"/>
            <a:pathLst>
              <a:path w="11189970" h="18288000">
                <a:moveTo>
                  <a:pt x="0" y="0"/>
                </a:moveTo>
                <a:lnTo>
                  <a:pt x="11189970" y="0"/>
                </a:lnTo>
                <a:lnTo>
                  <a:pt x="1118997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B343CF4-301C-B751-FD77-5588F2626ED3}"/>
              </a:ext>
            </a:extLst>
          </p:cNvPr>
          <p:cNvSpPr/>
          <p:nvPr/>
        </p:nvSpPr>
        <p:spPr>
          <a:xfrm>
            <a:off x="8742732" y="835334"/>
            <a:ext cx="740216" cy="740216"/>
          </a:xfrm>
          <a:custGeom>
            <a:avLst/>
            <a:gdLst/>
            <a:ahLst/>
            <a:cxnLst/>
            <a:rect l="l" t="t" r="r" b="b"/>
            <a:pathLst>
              <a:path w="740216" h="740216">
                <a:moveTo>
                  <a:pt x="0" y="0"/>
                </a:moveTo>
                <a:lnTo>
                  <a:pt x="740216" y="0"/>
                </a:lnTo>
                <a:lnTo>
                  <a:pt x="740216" y="740216"/>
                </a:lnTo>
                <a:lnTo>
                  <a:pt x="0" y="7402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673B8F2-8D08-7D07-5BBA-EA811DF3732C}"/>
              </a:ext>
            </a:extLst>
          </p:cNvPr>
          <p:cNvSpPr/>
          <p:nvPr/>
        </p:nvSpPr>
        <p:spPr>
          <a:xfrm>
            <a:off x="594222" y="770964"/>
            <a:ext cx="868955" cy="868955"/>
          </a:xfrm>
          <a:custGeom>
            <a:avLst/>
            <a:gdLst/>
            <a:ahLst/>
            <a:cxnLst/>
            <a:rect l="l" t="t" r="r" b="b"/>
            <a:pathLst>
              <a:path w="868955" h="868955">
                <a:moveTo>
                  <a:pt x="0" y="0"/>
                </a:moveTo>
                <a:lnTo>
                  <a:pt x="868956" y="0"/>
                </a:lnTo>
                <a:lnTo>
                  <a:pt x="868956" y="868955"/>
                </a:lnTo>
                <a:lnTo>
                  <a:pt x="0" y="8689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744C41C-73D4-34AC-B69E-DE2199BABEFA}"/>
              </a:ext>
            </a:extLst>
          </p:cNvPr>
          <p:cNvSpPr/>
          <p:nvPr/>
        </p:nvSpPr>
        <p:spPr>
          <a:xfrm>
            <a:off x="594222" y="6752923"/>
            <a:ext cx="9086367" cy="5745699"/>
          </a:xfrm>
          <a:custGeom>
            <a:avLst/>
            <a:gdLst/>
            <a:ahLst/>
            <a:cxnLst/>
            <a:rect l="l" t="t" r="r" b="b"/>
            <a:pathLst>
              <a:path w="9086367" h="5745699">
                <a:moveTo>
                  <a:pt x="0" y="0"/>
                </a:moveTo>
                <a:lnTo>
                  <a:pt x="9086368" y="0"/>
                </a:lnTo>
                <a:lnTo>
                  <a:pt x="9086368" y="5745699"/>
                </a:lnTo>
                <a:lnTo>
                  <a:pt x="0" y="57456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9814" r="-29814"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A535CB4-EDEA-F754-B15B-9206BB47EDED}"/>
              </a:ext>
            </a:extLst>
          </p:cNvPr>
          <p:cNvSpPr/>
          <p:nvPr/>
        </p:nvSpPr>
        <p:spPr>
          <a:xfrm>
            <a:off x="-135144" y="13816230"/>
            <a:ext cx="2412156" cy="3328165"/>
          </a:xfrm>
          <a:custGeom>
            <a:avLst/>
            <a:gdLst/>
            <a:ahLst/>
            <a:cxnLst/>
            <a:rect l="l" t="t" r="r" b="b"/>
            <a:pathLst>
              <a:path w="2412156" h="3328165">
                <a:moveTo>
                  <a:pt x="0" y="0"/>
                </a:moveTo>
                <a:lnTo>
                  <a:pt x="2412157" y="0"/>
                </a:lnTo>
                <a:lnTo>
                  <a:pt x="2412157" y="3328165"/>
                </a:lnTo>
                <a:lnTo>
                  <a:pt x="0" y="33281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0D798A9-DBAB-F495-B3FE-E7C55C9801EF}"/>
              </a:ext>
            </a:extLst>
          </p:cNvPr>
          <p:cNvSpPr/>
          <p:nvPr/>
        </p:nvSpPr>
        <p:spPr>
          <a:xfrm>
            <a:off x="8678896" y="15963762"/>
            <a:ext cx="1608104" cy="1180633"/>
          </a:xfrm>
          <a:custGeom>
            <a:avLst/>
            <a:gdLst/>
            <a:ahLst/>
            <a:cxnLst/>
            <a:rect l="l" t="t" r="r" b="b"/>
            <a:pathLst>
              <a:path w="1608104" h="1180633">
                <a:moveTo>
                  <a:pt x="0" y="0"/>
                </a:moveTo>
                <a:lnTo>
                  <a:pt x="1608104" y="0"/>
                </a:lnTo>
                <a:lnTo>
                  <a:pt x="1608104" y="1180633"/>
                </a:lnTo>
                <a:lnTo>
                  <a:pt x="0" y="11806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C2DCCB1-86AD-9732-5856-5637C088B459}"/>
              </a:ext>
            </a:extLst>
          </p:cNvPr>
          <p:cNvSpPr/>
          <p:nvPr/>
        </p:nvSpPr>
        <p:spPr>
          <a:xfrm>
            <a:off x="2050052" y="1511180"/>
            <a:ext cx="5796404" cy="3434433"/>
          </a:xfrm>
          <a:custGeom>
            <a:avLst/>
            <a:gdLst/>
            <a:ahLst/>
            <a:cxnLst/>
            <a:rect l="l" t="t" r="r" b="b"/>
            <a:pathLst>
              <a:path w="5796404" h="3434433">
                <a:moveTo>
                  <a:pt x="0" y="0"/>
                </a:moveTo>
                <a:lnTo>
                  <a:pt x="5796404" y="0"/>
                </a:lnTo>
                <a:lnTo>
                  <a:pt x="5796404" y="3434433"/>
                </a:lnTo>
                <a:lnTo>
                  <a:pt x="0" y="343443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9EE7ED8-8EE2-577A-ACD9-3BE2882B3FE2}"/>
              </a:ext>
            </a:extLst>
          </p:cNvPr>
          <p:cNvSpPr txBox="1"/>
          <p:nvPr/>
        </p:nvSpPr>
        <p:spPr>
          <a:xfrm>
            <a:off x="3624733" y="2231985"/>
            <a:ext cx="2902390" cy="1333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23"/>
              </a:lnSpc>
            </a:pPr>
            <a:r>
              <a:rPr lang="en-US" sz="7802">
                <a:solidFill>
                  <a:srgbClr val="FFCC4C"/>
                </a:solidFill>
                <a:latin typeface="Lilita One"/>
                <a:ea typeface="Lilita One"/>
                <a:cs typeface="Lilita One"/>
                <a:sym typeface="Lilita One"/>
              </a:rPr>
              <a:t>MATH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B9C58A5-8247-550F-BE6E-1B64B235E0C1}"/>
              </a:ext>
            </a:extLst>
          </p:cNvPr>
          <p:cNvSpPr txBox="1"/>
          <p:nvPr/>
        </p:nvSpPr>
        <p:spPr>
          <a:xfrm>
            <a:off x="3402478" y="3075247"/>
            <a:ext cx="3346900" cy="1279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23"/>
              </a:lnSpc>
            </a:pPr>
            <a:r>
              <a:rPr lang="en-US" sz="7802">
                <a:solidFill>
                  <a:srgbClr val="F8E8E0"/>
                </a:solidFill>
                <a:latin typeface="Lilita One"/>
                <a:ea typeface="Lilita One"/>
                <a:cs typeface="Lilita One"/>
                <a:sym typeface="Lilita One"/>
              </a:rPr>
              <a:t>QUES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8BC177A-D04C-E713-425C-8CAD04CD093C}"/>
              </a:ext>
            </a:extLst>
          </p:cNvPr>
          <p:cNvGrpSpPr/>
          <p:nvPr/>
        </p:nvGrpSpPr>
        <p:grpSpPr>
          <a:xfrm>
            <a:off x="2050052" y="4447684"/>
            <a:ext cx="6051752" cy="1238439"/>
            <a:chOff x="2050052" y="4447684"/>
            <a:chExt cx="6051752" cy="123843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E340796-4098-33AE-2361-15AFF3CA5C1C}"/>
                </a:ext>
              </a:extLst>
            </p:cNvPr>
            <p:cNvSpPr/>
            <p:nvPr/>
          </p:nvSpPr>
          <p:spPr>
            <a:xfrm>
              <a:off x="2050052" y="4447684"/>
              <a:ext cx="6051752" cy="1238439"/>
            </a:xfrm>
            <a:custGeom>
              <a:avLst/>
              <a:gdLst/>
              <a:ahLst/>
              <a:cxnLst/>
              <a:rect l="l" t="t" r="r" b="b"/>
              <a:pathLst>
                <a:path w="6051752" h="1238439">
                  <a:moveTo>
                    <a:pt x="0" y="0"/>
                  </a:moveTo>
                  <a:lnTo>
                    <a:pt x="6051752" y="0"/>
                  </a:lnTo>
                  <a:lnTo>
                    <a:pt x="6051752" y="1238439"/>
                  </a:lnTo>
                  <a:lnTo>
                    <a:pt x="0" y="1238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58FDB5FE-CCC0-8A76-944A-1F3139D2994B}"/>
                </a:ext>
              </a:extLst>
            </p:cNvPr>
            <p:cNvSpPr txBox="1"/>
            <p:nvPr/>
          </p:nvSpPr>
          <p:spPr>
            <a:xfrm>
              <a:off x="3956933" y="4598484"/>
              <a:ext cx="2373134" cy="62017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5255"/>
                </a:lnSpc>
                <a:spcBef>
                  <a:spcPct val="0"/>
                </a:spcBef>
              </a:pPr>
              <a:r>
                <a:rPr lang="en-US" sz="3753">
                  <a:solidFill>
                    <a:srgbClr val="522F27"/>
                  </a:solidFill>
                  <a:latin typeface="Bobby Jones"/>
                  <a:ea typeface="Bobby Jones"/>
                  <a:cs typeface="Bobby Jones"/>
                  <a:sym typeface="Bobby Jones"/>
                </a:rPr>
                <a:t>LEVEL 1</a:t>
              </a:r>
            </a:p>
          </p:txBody>
        </p:sp>
      </p:grpSp>
      <p:pic>
        <p:nvPicPr>
          <p:cNvPr id="25" name="ISPRING_QUIZ_SHAPE1">
            <a:extLst>
              <a:ext uri="{FF2B5EF4-FFF2-40B4-BE49-F238E27FC236}">
                <a16:creationId xmlns:a16="http://schemas.microsoft.com/office/drawing/2014/main" id="{7C26435F-12AE-B7BF-2F0A-85FCC61A5B7B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451485" y="0"/>
            <a:ext cx="11189970" cy="18288000"/>
          </a:xfrm>
          <a:prstGeom prst="rect">
            <a:avLst/>
          </a:prstGeom>
          <a:effectLst>
            <a:outerShdw blurRad="114300" dist="38100" dir="5400000" rotWithShape="0">
              <a:scrgbClr r="0" g="0" b="0">
                <a:alpha val="20000"/>
              </a:scrgbClr>
            </a:outerShdw>
          </a:effectLst>
        </p:spPr>
      </p:pic>
      <p:sp>
        <p:nvSpPr>
          <p:cNvPr id="31" name="Freeform 4">
            <a:hlinkClick r:id="rId13" action="ppaction://hlinksldjump">
              <a:snd r:embed="rId14" name="click.wav"/>
            </a:hlinkClick>
            <a:extLst>
              <a:ext uri="{FF2B5EF4-FFF2-40B4-BE49-F238E27FC236}">
                <a16:creationId xmlns:a16="http://schemas.microsoft.com/office/drawing/2014/main" id="{BCFDBDF9-35F4-4008-7ACA-09C436514E9E}"/>
              </a:ext>
            </a:extLst>
          </p:cNvPr>
          <p:cNvSpPr/>
          <p:nvPr/>
        </p:nvSpPr>
        <p:spPr>
          <a:xfrm>
            <a:off x="201979" y="770964"/>
            <a:ext cx="951797" cy="868955"/>
          </a:xfrm>
          <a:custGeom>
            <a:avLst/>
            <a:gdLst/>
            <a:ahLst/>
            <a:cxnLst/>
            <a:rect l="l" t="t" r="r" b="b"/>
            <a:pathLst>
              <a:path w="868955" h="868955">
                <a:moveTo>
                  <a:pt x="0" y="0"/>
                </a:moveTo>
                <a:lnTo>
                  <a:pt x="868956" y="0"/>
                </a:lnTo>
                <a:lnTo>
                  <a:pt x="868956" y="868955"/>
                </a:lnTo>
                <a:lnTo>
                  <a:pt x="0" y="8689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814349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541CC-B287-A364-97DD-1AFEB38B5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9EB977C-19B8-42BC-C4F6-BCEB847AA9DC}"/>
              </a:ext>
            </a:extLst>
          </p:cNvPr>
          <p:cNvSpPr/>
          <p:nvPr/>
        </p:nvSpPr>
        <p:spPr>
          <a:xfrm>
            <a:off x="-451485" y="0"/>
            <a:ext cx="11189970" cy="18288000"/>
          </a:xfrm>
          <a:custGeom>
            <a:avLst/>
            <a:gdLst/>
            <a:ahLst/>
            <a:cxnLst/>
            <a:rect l="l" t="t" r="r" b="b"/>
            <a:pathLst>
              <a:path w="11189970" h="18288000">
                <a:moveTo>
                  <a:pt x="0" y="0"/>
                </a:moveTo>
                <a:lnTo>
                  <a:pt x="11189970" y="0"/>
                </a:lnTo>
                <a:lnTo>
                  <a:pt x="1118997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AEB344D-6F52-1851-9599-E4C4924C2295}"/>
              </a:ext>
            </a:extLst>
          </p:cNvPr>
          <p:cNvSpPr/>
          <p:nvPr/>
        </p:nvSpPr>
        <p:spPr>
          <a:xfrm>
            <a:off x="8742732" y="835334"/>
            <a:ext cx="740216" cy="740216"/>
          </a:xfrm>
          <a:custGeom>
            <a:avLst/>
            <a:gdLst/>
            <a:ahLst/>
            <a:cxnLst/>
            <a:rect l="l" t="t" r="r" b="b"/>
            <a:pathLst>
              <a:path w="740216" h="740216">
                <a:moveTo>
                  <a:pt x="0" y="0"/>
                </a:moveTo>
                <a:lnTo>
                  <a:pt x="740216" y="0"/>
                </a:lnTo>
                <a:lnTo>
                  <a:pt x="740216" y="740216"/>
                </a:lnTo>
                <a:lnTo>
                  <a:pt x="0" y="7402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E5D1A1C-63B3-BA53-7CB1-DF919A938D52}"/>
              </a:ext>
            </a:extLst>
          </p:cNvPr>
          <p:cNvSpPr/>
          <p:nvPr/>
        </p:nvSpPr>
        <p:spPr>
          <a:xfrm>
            <a:off x="594222" y="770964"/>
            <a:ext cx="868955" cy="868955"/>
          </a:xfrm>
          <a:custGeom>
            <a:avLst/>
            <a:gdLst/>
            <a:ahLst/>
            <a:cxnLst/>
            <a:rect l="l" t="t" r="r" b="b"/>
            <a:pathLst>
              <a:path w="868955" h="868955">
                <a:moveTo>
                  <a:pt x="0" y="0"/>
                </a:moveTo>
                <a:lnTo>
                  <a:pt x="868956" y="0"/>
                </a:lnTo>
                <a:lnTo>
                  <a:pt x="868956" y="868955"/>
                </a:lnTo>
                <a:lnTo>
                  <a:pt x="0" y="8689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B7344D5-FC94-33B6-6A5E-9F97A8544EE2}"/>
              </a:ext>
            </a:extLst>
          </p:cNvPr>
          <p:cNvSpPr/>
          <p:nvPr/>
        </p:nvSpPr>
        <p:spPr>
          <a:xfrm>
            <a:off x="594222" y="6752923"/>
            <a:ext cx="9086367" cy="5745699"/>
          </a:xfrm>
          <a:custGeom>
            <a:avLst/>
            <a:gdLst/>
            <a:ahLst/>
            <a:cxnLst/>
            <a:rect l="l" t="t" r="r" b="b"/>
            <a:pathLst>
              <a:path w="9086367" h="5745699">
                <a:moveTo>
                  <a:pt x="0" y="0"/>
                </a:moveTo>
                <a:lnTo>
                  <a:pt x="9086368" y="0"/>
                </a:lnTo>
                <a:lnTo>
                  <a:pt x="9086368" y="5745699"/>
                </a:lnTo>
                <a:lnTo>
                  <a:pt x="0" y="57456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9814" r="-29814"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7F2DC2C-1213-1ECC-A530-B038EC5CBBAB}"/>
              </a:ext>
            </a:extLst>
          </p:cNvPr>
          <p:cNvSpPr/>
          <p:nvPr/>
        </p:nvSpPr>
        <p:spPr>
          <a:xfrm>
            <a:off x="-135144" y="13816230"/>
            <a:ext cx="2412156" cy="3328165"/>
          </a:xfrm>
          <a:custGeom>
            <a:avLst/>
            <a:gdLst/>
            <a:ahLst/>
            <a:cxnLst/>
            <a:rect l="l" t="t" r="r" b="b"/>
            <a:pathLst>
              <a:path w="2412156" h="3328165">
                <a:moveTo>
                  <a:pt x="0" y="0"/>
                </a:moveTo>
                <a:lnTo>
                  <a:pt x="2412157" y="0"/>
                </a:lnTo>
                <a:lnTo>
                  <a:pt x="2412157" y="3328165"/>
                </a:lnTo>
                <a:lnTo>
                  <a:pt x="0" y="33281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7174B0A-975C-FFB6-7E46-29B91F45E9AD}"/>
              </a:ext>
            </a:extLst>
          </p:cNvPr>
          <p:cNvSpPr/>
          <p:nvPr/>
        </p:nvSpPr>
        <p:spPr>
          <a:xfrm>
            <a:off x="8678896" y="15963762"/>
            <a:ext cx="1608104" cy="1180633"/>
          </a:xfrm>
          <a:custGeom>
            <a:avLst/>
            <a:gdLst/>
            <a:ahLst/>
            <a:cxnLst/>
            <a:rect l="l" t="t" r="r" b="b"/>
            <a:pathLst>
              <a:path w="1608104" h="1180633">
                <a:moveTo>
                  <a:pt x="0" y="0"/>
                </a:moveTo>
                <a:lnTo>
                  <a:pt x="1608104" y="0"/>
                </a:lnTo>
                <a:lnTo>
                  <a:pt x="1608104" y="1180633"/>
                </a:lnTo>
                <a:lnTo>
                  <a:pt x="0" y="11806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030AC85-A484-C9AA-CFD2-64BA64AF29D5}"/>
              </a:ext>
            </a:extLst>
          </p:cNvPr>
          <p:cNvSpPr/>
          <p:nvPr/>
        </p:nvSpPr>
        <p:spPr>
          <a:xfrm>
            <a:off x="2050052" y="1511180"/>
            <a:ext cx="5796404" cy="3434433"/>
          </a:xfrm>
          <a:custGeom>
            <a:avLst/>
            <a:gdLst/>
            <a:ahLst/>
            <a:cxnLst/>
            <a:rect l="l" t="t" r="r" b="b"/>
            <a:pathLst>
              <a:path w="5796404" h="3434433">
                <a:moveTo>
                  <a:pt x="0" y="0"/>
                </a:moveTo>
                <a:lnTo>
                  <a:pt x="5796404" y="0"/>
                </a:lnTo>
                <a:lnTo>
                  <a:pt x="5796404" y="3434433"/>
                </a:lnTo>
                <a:lnTo>
                  <a:pt x="0" y="343443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7773F30-7573-2913-E466-F497E53EA231}"/>
              </a:ext>
            </a:extLst>
          </p:cNvPr>
          <p:cNvSpPr txBox="1"/>
          <p:nvPr/>
        </p:nvSpPr>
        <p:spPr>
          <a:xfrm>
            <a:off x="3624733" y="2231985"/>
            <a:ext cx="2902390" cy="1333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23"/>
              </a:lnSpc>
            </a:pPr>
            <a:r>
              <a:rPr lang="en-US" sz="7802">
                <a:solidFill>
                  <a:srgbClr val="FFCC4C"/>
                </a:solidFill>
                <a:latin typeface="Lilita One"/>
                <a:ea typeface="Lilita One"/>
                <a:cs typeface="Lilita One"/>
                <a:sym typeface="Lilita One"/>
              </a:rPr>
              <a:t>MATH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3270440-966D-B99C-3271-D53DEB276501}"/>
              </a:ext>
            </a:extLst>
          </p:cNvPr>
          <p:cNvSpPr txBox="1"/>
          <p:nvPr/>
        </p:nvSpPr>
        <p:spPr>
          <a:xfrm>
            <a:off x="3402478" y="3075247"/>
            <a:ext cx="3346900" cy="1333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23"/>
              </a:lnSpc>
            </a:pPr>
            <a:r>
              <a:rPr lang="en-US" sz="7802">
                <a:solidFill>
                  <a:srgbClr val="F8E8E0"/>
                </a:solidFill>
                <a:latin typeface="Lilita One"/>
                <a:ea typeface="Lilita One"/>
                <a:cs typeface="Lilita One"/>
                <a:sym typeface="Lilita One"/>
              </a:rPr>
              <a:t>QUEST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48B0959-D32F-661C-D7C2-36A87EF46EA1}"/>
              </a:ext>
            </a:extLst>
          </p:cNvPr>
          <p:cNvGrpSpPr/>
          <p:nvPr/>
        </p:nvGrpSpPr>
        <p:grpSpPr>
          <a:xfrm>
            <a:off x="2050052" y="4447684"/>
            <a:ext cx="6051752" cy="1238439"/>
            <a:chOff x="2050052" y="4447684"/>
            <a:chExt cx="6051752" cy="123843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E986C65-A2B5-F334-0B36-CB2079454107}"/>
                </a:ext>
              </a:extLst>
            </p:cNvPr>
            <p:cNvSpPr/>
            <p:nvPr/>
          </p:nvSpPr>
          <p:spPr>
            <a:xfrm>
              <a:off x="2050052" y="4447684"/>
              <a:ext cx="6051752" cy="1238439"/>
            </a:xfrm>
            <a:custGeom>
              <a:avLst/>
              <a:gdLst/>
              <a:ahLst/>
              <a:cxnLst/>
              <a:rect l="l" t="t" r="r" b="b"/>
              <a:pathLst>
                <a:path w="6051752" h="1238439">
                  <a:moveTo>
                    <a:pt x="0" y="0"/>
                  </a:moveTo>
                  <a:lnTo>
                    <a:pt x="6051752" y="0"/>
                  </a:lnTo>
                  <a:lnTo>
                    <a:pt x="6051752" y="1238439"/>
                  </a:lnTo>
                  <a:lnTo>
                    <a:pt x="0" y="1238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769BC6D6-5E07-33E5-DECA-4B1E6194074C}"/>
                </a:ext>
              </a:extLst>
            </p:cNvPr>
            <p:cNvSpPr txBox="1"/>
            <p:nvPr/>
          </p:nvSpPr>
          <p:spPr>
            <a:xfrm>
              <a:off x="3956933" y="4598484"/>
              <a:ext cx="2373134" cy="62017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5255"/>
                </a:lnSpc>
                <a:spcBef>
                  <a:spcPct val="0"/>
                </a:spcBef>
              </a:pPr>
              <a:r>
                <a:rPr lang="en-US" sz="3753">
                  <a:solidFill>
                    <a:srgbClr val="522F27"/>
                  </a:solidFill>
                  <a:latin typeface="Bobby Jones"/>
                  <a:ea typeface="Bobby Jones"/>
                  <a:cs typeface="Bobby Jones"/>
                  <a:sym typeface="Bobby Jones"/>
                </a:rPr>
                <a:t>LEVEL 1</a:t>
              </a:r>
            </a:p>
          </p:txBody>
        </p:sp>
      </p:grpSp>
      <p:sp>
        <p:nvSpPr>
          <p:cNvPr id="20" name="ISPRING_QUIZ_SHAPE0">
            <a:extLst>
              <a:ext uri="{FF2B5EF4-FFF2-40B4-BE49-F238E27FC236}">
                <a16:creationId xmlns:a16="http://schemas.microsoft.com/office/drawing/2014/main" id="{F9B3D75D-6E76-C6F0-14B4-396A6C3E2E06}"/>
              </a:ext>
            </a:extLst>
          </p:cNvPr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innerShdw>
              <a:scrgbClr r="0" g="0" b="0">
                <a:alpha val="0"/>
              </a:scrgb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3" name="ISPRING_QUIZ_SHAPE1">
            <a:extLst>
              <a:ext uri="{FF2B5EF4-FFF2-40B4-BE49-F238E27FC236}">
                <a16:creationId xmlns:a16="http://schemas.microsoft.com/office/drawing/2014/main" id="{9A80B6FC-D49F-B081-B609-7F15A051CD79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457580" y="0"/>
            <a:ext cx="11189970" cy="18288000"/>
          </a:xfrm>
          <a:prstGeom prst="rect">
            <a:avLst/>
          </a:prstGeom>
          <a:effectLst>
            <a:outerShdw blurRad="114300" dist="38100" dir="5400000" rotWithShape="0">
              <a:scrgbClr r="0" g="0" b="0">
                <a:alpha val="20000"/>
              </a:scrgbClr>
            </a:outerShdw>
          </a:effectLst>
        </p:spPr>
      </p:pic>
      <p:sp>
        <p:nvSpPr>
          <p:cNvPr id="30" name="Freeform 4">
            <a:hlinkClick r:id="rId13" action="ppaction://hlinksldjump">
              <a:snd r:embed="rId14" name="click.wav"/>
            </a:hlinkClick>
            <a:extLst>
              <a:ext uri="{FF2B5EF4-FFF2-40B4-BE49-F238E27FC236}">
                <a16:creationId xmlns:a16="http://schemas.microsoft.com/office/drawing/2014/main" id="{888F5622-53CE-E0BE-2C85-3FE49ABFA341}"/>
              </a:ext>
            </a:extLst>
          </p:cNvPr>
          <p:cNvSpPr/>
          <p:nvPr/>
        </p:nvSpPr>
        <p:spPr>
          <a:xfrm>
            <a:off x="201979" y="770964"/>
            <a:ext cx="951797" cy="868955"/>
          </a:xfrm>
          <a:custGeom>
            <a:avLst/>
            <a:gdLst/>
            <a:ahLst/>
            <a:cxnLst/>
            <a:rect l="l" t="t" r="r" b="b"/>
            <a:pathLst>
              <a:path w="868955" h="868955">
                <a:moveTo>
                  <a:pt x="0" y="0"/>
                </a:moveTo>
                <a:lnTo>
                  <a:pt x="868956" y="0"/>
                </a:lnTo>
                <a:lnTo>
                  <a:pt x="868956" y="868955"/>
                </a:lnTo>
                <a:lnTo>
                  <a:pt x="0" y="8689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8191796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B4C13C73-9946-4B2B-8EA8-1472B4F53D34}"/>
  <p:tag name="ISPRING_RESOURCE_FOLDER" val="C:\Users\ACER\Downloads\Media Quis (5)\"/>
  <p:tag name="ISPRING_PRESENTATION_PATH" val="C:\Users\ACER\Downloads\Media Quis (5).pptx"/>
  <p:tag name="ISPRING_PROJECT_VERSION" val="9.3"/>
  <p:tag name="ISPRING_PROJECT_FOLDER_UPDATED" val="1"/>
  <p:tag name="ISPRING_SCREEN_RECS_UPDATED" val="C:\Users\ACER\Downloads\Media Quis (5)\"/>
  <p:tag name="ISPRING_LMS_API_VERSION" val="SCORM 2004 (4th edition)"/>
  <p:tag name="ISPRING_ULTRA_SCORM_COURCE_TITLE" val="Math Quest"/>
  <p:tag name="ISPRING_ULTRA_SCORM_COURSE_ID" val="C95B5959-58FF-420F-A538-A80AA838F27B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\uFFFD\uFFFDɬ{B61D0EE0-C651-4963-B832-A5E6E5130F07}&quot;,&quot;C:\\Users\\ACER\\Download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,&quot;videoScale&quot;:56.25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SLIDES" val="0"/>
  <p:tag name="ISPRING_SCORM_PASSING_SCORE" val="80.000000"/>
  <p:tag name="ISPRING_PRESENTATION_TITLE" val="Math Quest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CBE157A-4801-49ED-A1D7-3AEBBDA2144F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19342F5-B567-49F2-97E4-4F284AE1E89F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8FE8FEC-F3F0-48B2-ABED-C1D43A3727A6}:26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E6BC9FA-54C6-4561-8350-71031922D52A}:26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E3B85B6-C6E4-4969-A94B-F74D6E81A74A}:25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FDEDA2F-EC3F-4D1A-BC6A-25C898467C0E}:26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9894D8B-3682-4C63-B89F-C39FEA496F22}:26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QUIZ_PROPERTIES" val="&lt;QuizProperties&gt;&lt;passAction&gt;&lt;action&gt;3&lt;/action&gt;&lt;/passAction&gt;&lt;failAction&gt;&lt;action&gt;3&lt;/action&gt;&lt;/failAction&gt;&lt;viewSlidesPolicy&gt;0&lt;/viewSlidesPolicy&gt;&lt;allowInterrupt&gt;1&lt;/allowInterrupt&gt;&lt;restartFailedQuiz&gt;0&lt;/restartFailedQuiz&gt;&lt;/QuizProperties&gt;&#10;"/>
  <p:tag name="ISPRING_QUIZ_SHAPES_ADDED" val="1"/>
  <p:tag name="ISPRING_RESOURCE_QUIZ" val="quiz4.quiz"/>
  <p:tag name="ISPRING_QUIZ_FULL_PATH" val="C:\Users\ACER\Downloads\Media Quis (5)\quiz\quiz4.quiz"/>
  <p:tag name="ISPRING_QUIZ_RELATIVE_PATH" val="Media Quis (5)\quiz\quiz4.quiz"/>
  <p:tag name="GENSWF_SLIDE_UID" val="{1197EDC0-BBAA-4604-BCEE-D5D8EB625174}:26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QUIZ_PROPERTIES" val="&lt;QuizProperties&gt;&lt;passAction&gt;&lt;action&gt;3&lt;/action&gt;&lt;/passAction&gt;&lt;failAction&gt;&lt;action&gt;3&lt;/action&gt;&lt;/failAction&gt;&lt;viewSlidesPolicy&gt;0&lt;/viewSlidesPolicy&gt;&lt;allowInterrupt&gt;1&lt;/allowInterrupt&gt;&lt;restartFailedQuiz&gt;0&lt;/restartFailedQuiz&gt;&lt;/QuizProperties&gt;&#10;"/>
  <p:tag name="ISPRING_QUIZ_SHAPES_ADDED" val="1"/>
  <p:tag name="ISPRING_RESOURCE_QUIZ" val="quiz6.quiz"/>
  <p:tag name="ISPRING_QUIZ_FULL_PATH" val="C:\Users\ACER\Downloads\Media Quis (5)\quiz\quiz6.quiz"/>
  <p:tag name="ISPRING_QUIZ_RELATIVE_PATH" val="Media Quis (5)\quiz\quiz6.quiz"/>
  <p:tag name="GENSWF_SLIDE_UID" val="{58F0F1EC-720A-4461-91D2-71DF62F7050C}:26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QUIZ_PROPERTIES" val="&lt;QuizProperties&gt;&lt;passAction&gt;&lt;action&gt;3&lt;/action&gt;&lt;/passAction&gt;&lt;failAction&gt;&lt;action&gt;3&lt;/action&gt;&lt;/failAction&gt;&lt;viewSlidesPolicy&gt;0&lt;/viewSlidesPolicy&gt;&lt;allowInterrupt&gt;1&lt;/allowInterrupt&gt;&lt;restartFailedQuiz&gt;0&lt;/restartFailedQuiz&gt;&lt;/QuizProperties&gt;&#10;"/>
  <p:tag name="ISPRING_QUIZ_SHAPES_ADDED" val="1"/>
  <p:tag name="ISPRING_RESOURCE_QUIZ" val="quiz5.quiz"/>
  <p:tag name="ISPRING_QUIZ_FULL_PATH" val="C:\Users\ACER\Downloads\Media Quis (5)\quiz\quiz5.quiz"/>
  <p:tag name="ISPRING_QUIZ_RELATIVE_PATH" val="Media Quis (5)\quiz\quiz5.quiz"/>
  <p:tag name="GENSWF_SLIDE_UID" val="{DD69ACBE-5FBF-4971-BB4C-513DEED188EC}:26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224</Words>
  <Application>Microsoft Office PowerPoint</Application>
  <PresentationFormat>Custom</PresentationFormat>
  <Paragraphs>117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Bobby Jones</vt:lpstr>
      <vt:lpstr>Montserrat Ultra-Bold</vt:lpstr>
      <vt:lpstr>Arial</vt:lpstr>
      <vt:lpstr>Poppins Bold</vt:lpstr>
      <vt:lpstr>Calibri</vt:lpstr>
      <vt:lpstr>Cantora One</vt:lpstr>
      <vt:lpstr>Brusher</vt:lpstr>
      <vt:lpstr>Pirata One</vt:lpstr>
      <vt:lpstr>Lilita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 Quest</dc:title>
  <cp:lastModifiedBy>Dina Nurani Mokodongan</cp:lastModifiedBy>
  <cp:revision>15</cp:revision>
  <dcterms:created xsi:type="dcterms:W3CDTF">2006-08-16T00:00:00Z</dcterms:created>
  <dcterms:modified xsi:type="dcterms:W3CDTF">2026-10-12T15:32:31Z</dcterms:modified>
  <dc:identifier>DAHVzZra3yQ</dc:identifier>
</cp:coreProperties>
</file>